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notesMasterIdLst>
    <p:notesMasterId r:id="rId3"/>
  </p:notesMasterIdLst>
  <p:sldIdLst>
    <p:sldId id="256" r:id="rId2"/>
  </p:sldIdLst>
  <p:sldSz cx="19384963" cy="102409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897D"/>
    <a:srgbClr val="DF9959"/>
    <a:srgbClr val="285F85"/>
    <a:srgbClr val="296692"/>
    <a:srgbClr val="000000"/>
    <a:srgbClr val="EDF1F2"/>
    <a:srgbClr val="2E5373"/>
    <a:srgbClr val="6CBEFF"/>
    <a:srgbClr val="61A5E2"/>
    <a:srgbClr val="A9D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00" d="100"/>
          <a:sy n="100" d="100"/>
        </p:scale>
        <p:origin x="152" y="-1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3D2BF0-E33F-F740-B0E6-44A478D8A5B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8000" y="1143000"/>
            <a:ext cx="5842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6BF539-72D0-5741-837B-FA17D294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123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0" y="1143000"/>
            <a:ext cx="58420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6BF539-72D0-5741-837B-FA17D294E13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311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3121" y="1676010"/>
            <a:ext cx="14538722" cy="3565372"/>
          </a:xfrm>
        </p:spPr>
        <p:txBody>
          <a:bodyPr anchor="b"/>
          <a:lstStyle>
            <a:lvl1pPr algn="ctr">
              <a:defRPr sz="8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3121" y="5378877"/>
            <a:ext cx="14538722" cy="2472528"/>
          </a:xfrm>
        </p:spPr>
        <p:txBody>
          <a:bodyPr/>
          <a:lstStyle>
            <a:lvl1pPr marL="0" indent="0" algn="ctr">
              <a:buNone/>
              <a:defRPr sz="3584"/>
            </a:lvl1pPr>
            <a:lvl2pPr marL="682737" indent="0" algn="ctr">
              <a:buNone/>
              <a:defRPr sz="2987"/>
            </a:lvl2pPr>
            <a:lvl3pPr marL="1365474" indent="0" algn="ctr">
              <a:buNone/>
              <a:defRPr sz="2688"/>
            </a:lvl3pPr>
            <a:lvl4pPr marL="2048210" indent="0" algn="ctr">
              <a:buNone/>
              <a:defRPr sz="2389"/>
            </a:lvl4pPr>
            <a:lvl5pPr marL="2730947" indent="0" algn="ctr">
              <a:buNone/>
              <a:defRPr sz="2389"/>
            </a:lvl5pPr>
            <a:lvl6pPr marL="3413684" indent="0" algn="ctr">
              <a:buNone/>
              <a:defRPr sz="2389"/>
            </a:lvl6pPr>
            <a:lvl7pPr marL="4096421" indent="0" algn="ctr">
              <a:buNone/>
              <a:defRPr sz="2389"/>
            </a:lvl7pPr>
            <a:lvl8pPr marL="4779157" indent="0" algn="ctr">
              <a:buNone/>
              <a:defRPr sz="2389"/>
            </a:lvl8pPr>
            <a:lvl9pPr marL="5461894" indent="0" algn="ctr">
              <a:buNone/>
              <a:defRPr sz="238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2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981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2620" y="2553131"/>
            <a:ext cx="16719531" cy="4259955"/>
          </a:xfrm>
        </p:spPr>
        <p:txBody>
          <a:bodyPr anchor="b"/>
          <a:lstStyle>
            <a:lvl1pPr>
              <a:defRPr sz="8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2620" y="6853387"/>
            <a:ext cx="16719531" cy="2240210"/>
          </a:xfrm>
        </p:spPr>
        <p:txBody>
          <a:bodyPr/>
          <a:lstStyle>
            <a:lvl1pPr marL="0" indent="0">
              <a:buNone/>
              <a:defRPr sz="3584">
                <a:solidFill>
                  <a:schemeClr val="tx1">
                    <a:tint val="82000"/>
                  </a:schemeClr>
                </a:solidFill>
              </a:defRPr>
            </a:lvl1pPr>
            <a:lvl2pPr marL="682737" indent="0">
              <a:buNone/>
              <a:defRPr sz="2987">
                <a:solidFill>
                  <a:schemeClr val="tx1">
                    <a:tint val="82000"/>
                  </a:schemeClr>
                </a:solidFill>
              </a:defRPr>
            </a:lvl2pPr>
            <a:lvl3pPr marL="1365474" indent="0">
              <a:buNone/>
              <a:defRPr sz="2688">
                <a:solidFill>
                  <a:schemeClr val="tx1">
                    <a:tint val="82000"/>
                  </a:schemeClr>
                </a:solidFill>
              </a:defRPr>
            </a:lvl3pPr>
            <a:lvl4pPr marL="2048210" indent="0">
              <a:buNone/>
              <a:defRPr sz="2389">
                <a:solidFill>
                  <a:schemeClr val="tx1">
                    <a:tint val="82000"/>
                  </a:schemeClr>
                </a:solidFill>
              </a:defRPr>
            </a:lvl4pPr>
            <a:lvl5pPr marL="2730947" indent="0">
              <a:buNone/>
              <a:defRPr sz="2389">
                <a:solidFill>
                  <a:schemeClr val="tx1">
                    <a:tint val="82000"/>
                  </a:schemeClr>
                </a:solidFill>
              </a:defRPr>
            </a:lvl5pPr>
            <a:lvl6pPr marL="3413684" indent="0">
              <a:buNone/>
              <a:defRPr sz="2389">
                <a:solidFill>
                  <a:schemeClr val="tx1">
                    <a:tint val="82000"/>
                  </a:schemeClr>
                </a:solidFill>
              </a:defRPr>
            </a:lvl6pPr>
            <a:lvl7pPr marL="4096421" indent="0">
              <a:buNone/>
              <a:defRPr sz="2389">
                <a:solidFill>
                  <a:schemeClr val="tx1">
                    <a:tint val="82000"/>
                  </a:schemeClr>
                </a:solidFill>
              </a:defRPr>
            </a:lvl7pPr>
            <a:lvl8pPr marL="4779157" indent="0">
              <a:buNone/>
              <a:defRPr sz="2389">
                <a:solidFill>
                  <a:schemeClr val="tx1">
                    <a:tint val="82000"/>
                  </a:schemeClr>
                </a:solidFill>
              </a:defRPr>
            </a:lvl8pPr>
            <a:lvl9pPr marL="5461894" indent="0">
              <a:buNone/>
              <a:defRPr sz="238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43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32716" y="2726182"/>
            <a:ext cx="8238609" cy="64977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13638" y="2726182"/>
            <a:ext cx="8238609" cy="64977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28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5241" y="545237"/>
            <a:ext cx="16719531" cy="19794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5242" y="2510459"/>
            <a:ext cx="8200747" cy="1230337"/>
          </a:xfrm>
        </p:spPr>
        <p:txBody>
          <a:bodyPr anchor="b"/>
          <a:lstStyle>
            <a:lvl1pPr marL="0" indent="0">
              <a:buNone/>
              <a:defRPr sz="3584" b="1"/>
            </a:lvl1pPr>
            <a:lvl2pPr marL="682737" indent="0">
              <a:buNone/>
              <a:defRPr sz="2987" b="1"/>
            </a:lvl2pPr>
            <a:lvl3pPr marL="1365474" indent="0">
              <a:buNone/>
              <a:defRPr sz="2688" b="1"/>
            </a:lvl3pPr>
            <a:lvl4pPr marL="2048210" indent="0">
              <a:buNone/>
              <a:defRPr sz="2389" b="1"/>
            </a:lvl4pPr>
            <a:lvl5pPr marL="2730947" indent="0">
              <a:buNone/>
              <a:defRPr sz="2389" b="1"/>
            </a:lvl5pPr>
            <a:lvl6pPr marL="3413684" indent="0">
              <a:buNone/>
              <a:defRPr sz="2389" b="1"/>
            </a:lvl6pPr>
            <a:lvl7pPr marL="4096421" indent="0">
              <a:buNone/>
              <a:defRPr sz="2389" b="1"/>
            </a:lvl7pPr>
            <a:lvl8pPr marL="4779157" indent="0">
              <a:buNone/>
              <a:defRPr sz="2389" b="1"/>
            </a:lvl8pPr>
            <a:lvl9pPr marL="5461894" indent="0">
              <a:buNone/>
              <a:defRPr sz="23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35242" y="3740796"/>
            <a:ext cx="8200747" cy="55021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813638" y="2510459"/>
            <a:ext cx="8241134" cy="1230337"/>
          </a:xfrm>
        </p:spPr>
        <p:txBody>
          <a:bodyPr anchor="b"/>
          <a:lstStyle>
            <a:lvl1pPr marL="0" indent="0">
              <a:buNone/>
              <a:defRPr sz="3584" b="1"/>
            </a:lvl1pPr>
            <a:lvl2pPr marL="682737" indent="0">
              <a:buNone/>
              <a:defRPr sz="2987" b="1"/>
            </a:lvl2pPr>
            <a:lvl3pPr marL="1365474" indent="0">
              <a:buNone/>
              <a:defRPr sz="2688" b="1"/>
            </a:lvl3pPr>
            <a:lvl4pPr marL="2048210" indent="0">
              <a:buNone/>
              <a:defRPr sz="2389" b="1"/>
            </a:lvl4pPr>
            <a:lvl5pPr marL="2730947" indent="0">
              <a:buNone/>
              <a:defRPr sz="2389" b="1"/>
            </a:lvl5pPr>
            <a:lvl6pPr marL="3413684" indent="0">
              <a:buNone/>
              <a:defRPr sz="2389" b="1"/>
            </a:lvl6pPr>
            <a:lvl7pPr marL="4096421" indent="0">
              <a:buNone/>
              <a:defRPr sz="2389" b="1"/>
            </a:lvl7pPr>
            <a:lvl8pPr marL="4779157" indent="0">
              <a:buNone/>
              <a:defRPr sz="2389" b="1"/>
            </a:lvl8pPr>
            <a:lvl9pPr marL="5461894" indent="0">
              <a:buNone/>
              <a:defRPr sz="23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813638" y="3740796"/>
            <a:ext cx="8241134" cy="55021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422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705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956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5242" y="682731"/>
            <a:ext cx="6252155" cy="2389558"/>
          </a:xfrm>
        </p:spPr>
        <p:txBody>
          <a:bodyPr anchor="b"/>
          <a:lstStyle>
            <a:lvl1pPr>
              <a:defRPr sz="4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41134" y="1474510"/>
            <a:ext cx="9813638" cy="7277721"/>
          </a:xfrm>
        </p:spPr>
        <p:txBody>
          <a:bodyPr/>
          <a:lstStyle>
            <a:lvl1pPr>
              <a:defRPr sz="4779"/>
            </a:lvl1pPr>
            <a:lvl2pPr>
              <a:defRPr sz="4181"/>
            </a:lvl2pPr>
            <a:lvl3pPr>
              <a:defRPr sz="3584"/>
            </a:lvl3pPr>
            <a:lvl4pPr>
              <a:defRPr sz="2987"/>
            </a:lvl4pPr>
            <a:lvl5pPr>
              <a:defRPr sz="2987"/>
            </a:lvl5pPr>
            <a:lvl6pPr>
              <a:defRPr sz="2987"/>
            </a:lvl6pPr>
            <a:lvl7pPr>
              <a:defRPr sz="2987"/>
            </a:lvl7pPr>
            <a:lvl8pPr>
              <a:defRPr sz="2987"/>
            </a:lvl8pPr>
            <a:lvl9pPr>
              <a:defRPr sz="298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35242" y="3072289"/>
            <a:ext cx="6252155" cy="5691795"/>
          </a:xfrm>
        </p:spPr>
        <p:txBody>
          <a:bodyPr/>
          <a:lstStyle>
            <a:lvl1pPr marL="0" indent="0">
              <a:buNone/>
              <a:defRPr sz="2389"/>
            </a:lvl1pPr>
            <a:lvl2pPr marL="682737" indent="0">
              <a:buNone/>
              <a:defRPr sz="2091"/>
            </a:lvl2pPr>
            <a:lvl3pPr marL="1365474" indent="0">
              <a:buNone/>
              <a:defRPr sz="1792"/>
            </a:lvl3pPr>
            <a:lvl4pPr marL="2048210" indent="0">
              <a:buNone/>
              <a:defRPr sz="1493"/>
            </a:lvl4pPr>
            <a:lvl5pPr marL="2730947" indent="0">
              <a:buNone/>
              <a:defRPr sz="1493"/>
            </a:lvl5pPr>
            <a:lvl6pPr marL="3413684" indent="0">
              <a:buNone/>
              <a:defRPr sz="1493"/>
            </a:lvl6pPr>
            <a:lvl7pPr marL="4096421" indent="0">
              <a:buNone/>
              <a:defRPr sz="1493"/>
            </a:lvl7pPr>
            <a:lvl8pPr marL="4779157" indent="0">
              <a:buNone/>
              <a:defRPr sz="1493"/>
            </a:lvl8pPr>
            <a:lvl9pPr marL="5461894" indent="0">
              <a:buNone/>
              <a:defRPr sz="14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635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5242" y="682731"/>
            <a:ext cx="6252155" cy="2389558"/>
          </a:xfrm>
        </p:spPr>
        <p:txBody>
          <a:bodyPr anchor="b"/>
          <a:lstStyle>
            <a:lvl1pPr>
              <a:defRPr sz="4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241134" y="1474510"/>
            <a:ext cx="9813638" cy="7277721"/>
          </a:xfrm>
        </p:spPr>
        <p:txBody>
          <a:bodyPr anchor="t"/>
          <a:lstStyle>
            <a:lvl1pPr marL="0" indent="0">
              <a:buNone/>
              <a:defRPr sz="4779"/>
            </a:lvl1pPr>
            <a:lvl2pPr marL="682737" indent="0">
              <a:buNone/>
              <a:defRPr sz="4181"/>
            </a:lvl2pPr>
            <a:lvl3pPr marL="1365474" indent="0">
              <a:buNone/>
              <a:defRPr sz="3584"/>
            </a:lvl3pPr>
            <a:lvl4pPr marL="2048210" indent="0">
              <a:buNone/>
              <a:defRPr sz="2987"/>
            </a:lvl4pPr>
            <a:lvl5pPr marL="2730947" indent="0">
              <a:buNone/>
              <a:defRPr sz="2987"/>
            </a:lvl5pPr>
            <a:lvl6pPr marL="3413684" indent="0">
              <a:buNone/>
              <a:defRPr sz="2987"/>
            </a:lvl6pPr>
            <a:lvl7pPr marL="4096421" indent="0">
              <a:buNone/>
              <a:defRPr sz="2987"/>
            </a:lvl7pPr>
            <a:lvl8pPr marL="4779157" indent="0">
              <a:buNone/>
              <a:defRPr sz="2987"/>
            </a:lvl8pPr>
            <a:lvl9pPr marL="5461894" indent="0">
              <a:buNone/>
              <a:defRPr sz="298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35242" y="3072289"/>
            <a:ext cx="6252155" cy="5691795"/>
          </a:xfrm>
        </p:spPr>
        <p:txBody>
          <a:bodyPr/>
          <a:lstStyle>
            <a:lvl1pPr marL="0" indent="0">
              <a:buNone/>
              <a:defRPr sz="2389"/>
            </a:lvl1pPr>
            <a:lvl2pPr marL="682737" indent="0">
              <a:buNone/>
              <a:defRPr sz="2091"/>
            </a:lvl2pPr>
            <a:lvl3pPr marL="1365474" indent="0">
              <a:buNone/>
              <a:defRPr sz="1792"/>
            </a:lvl3pPr>
            <a:lvl4pPr marL="2048210" indent="0">
              <a:buNone/>
              <a:defRPr sz="1493"/>
            </a:lvl4pPr>
            <a:lvl5pPr marL="2730947" indent="0">
              <a:buNone/>
              <a:defRPr sz="1493"/>
            </a:lvl5pPr>
            <a:lvl6pPr marL="3413684" indent="0">
              <a:buNone/>
              <a:defRPr sz="1493"/>
            </a:lvl6pPr>
            <a:lvl7pPr marL="4096421" indent="0">
              <a:buNone/>
              <a:defRPr sz="1493"/>
            </a:lvl7pPr>
            <a:lvl8pPr marL="4779157" indent="0">
              <a:buNone/>
              <a:defRPr sz="1493"/>
            </a:lvl8pPr>
            <a:lvl9pPr marL="5461894" indent="0">
              <a:buNone/>
              <a:defRPr sz="14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309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18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872364" y="545236"/>
            <a:ext cx="4179883" cy="86787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32716" y="545236"/>
            <a:ext cx="12297336" cy="86787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71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32716" y="545237"/>
            <a:ext cx="16719531" cy="1979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2716" y="2726182"/>
            <a:ext cx="16719531" cy="64977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32716" y="9491856"/>
            <a:ext cx="4361617" cy="5452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21269" y="9491856"/>
            <a:ext cx="6542425" cy="5452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690630" y="9491856"/>
            <a:ext cx="4361617" cy="5452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613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365474" rtl="0" eaLnBrk="1" latinLnBrk="0" hangingPunct="1">
        <a:lnSpc>
          <a:spcPct val="90000"/>
        </a:lnSpc>
        <a:spcBef>
          <a:spcPct val="0"/>
        </a:spcBef>
        <a:buNone/>
        <a:defRPr sz="65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1368" indent="-341368" algn="l" defTabSz="1365474" rtl="0" eaLnBrk="1" latinLnBrk="0" hangingPunct="1">
        <a:lnSpc>
          <a:spcPct val="90000"/>
        </a:lnSpc>
        <a:spcBef>
          <a:spcPts val="1493"/>
        </a:spcBef>
        <a:buFont typeface="Arial" panose="020B0604020202020204" pitchFamily="34" charset="0"/>
        <a:buChar char="•"/>
        <a:defRPr sz="4181" kern="1200">
          <a:solidFill>
            <a:schemeClr val="tx1"/>
          </a:solidFill>
          <a:latin typeface="+mn-lt"/>
          <a:ea typeface="+mn-ea"/>
          <a:cs typeface="+mn-cs"/>
        </a:defRPr>
      </a:lvl1pPr>
      <a:lvl2pPr marL="1024105" indent="-341368" algn="l" defTabSz="1365474" rtl="0" eaLnBrk="1" latinLnBrk="0" hangingPunct="1">
        <a:lnSpc>
          <a:spcPct val="90000"/>
        </a:lnSpc>
        <a:spcBef>
          <a:spcPts val="747"/>
        </a:spcBef>
        <a:buFont typeface="Arial" panose="020B0604020202020204" pitchFamily="34" charset="0"/>
        <a:buChar char="•"/>
        <a:defRPr sz="3584" kern="1200">
          <a:solidFill>
            <a:schemeClr val="tx1"/>
          </a:solidFill>
          <a:latin typeface="+mn-lt"/>
          <a:ea typeface="+mn-ea"/>
          <a:cs typeface="+mn-cs"/>
        </a:defRPr>
      </a:lvl2pPr>
      <a:lvl3pPr marL="1706842" indent="-341368" algn="l" defTabSz="1365474" rtl="0" eaLnBrk="1" latinLnBrk="0" hangingPunct="1">
        <a:lnSpc>
          <a:spcPct val="90000"/>
        </a:lnSpc>
        <a:spcBef>
          <a:spcPts val="74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3pPr>
      <a:lvl4pPr marL="2389579" indent="-341368" algn="l" defTabSz="1365474" rtl="0" eaLnBrk="1" latinLnBrk="0" hangingPunct="1">
        <a:lnSpc>
          <a:spcPct val="90000"/>
        </a:lnSpc>
        <a:spcBef>
          <a:spcPts val="747"/>
        </a:spcBef>
        <a:buFont typeface="Arial" panose="020B0604020202020204" pitchFamily="34" charset="0"/>
        <a:buChar char="•"/>
        <a:defRPr sz="2688" kern="1200">
          <a:solidFill>
            <a:schemeClr val="tx1"/>
          </a:solidFill>
          <a:latin typeface="+mn-lt"/>
          <a:ea typeface="+mn-ea"/>
          <a:cs typeface="+mn-cs"/>
        </a:defRPr>
      </a:lvl4pPr>
      <a:lvl5pPr marL="3072315" indent="-341368" algn="l" defTabSz="1365474" rtl="0" eaLnBrk="1" latinLnBrk="0" hangingPunct="1">
        <a:lnSpc>
          <a:spcPct val="90000"/>
        </a:lnSpc>
        <a:spcBef>
          <a:spcPts val="747"/>
        </a:spcBef>
        <a:buFont typeface="Arial" panose="020B0604020202020204" pitchFamily="34" charset="0"/>
        <a:buChar char="•"/>
        <a:defRPr sz="2688" kern="1200">
          <a:solidFill>
            <a:schemeClr val="tx1"/>
          </a:solidFill>
          <a:latin typeface="+mn-lt"/>
          <a:ea typeface="+mn-ea"/>
          <a:cs typeface="+mn-cs"/>
        </a:defRPr>
      </a:lvl5pPr>
      <a:lvl6pPr marL="3755052" indent="-341368" algn="l" defTabSz="1365474" rtl="0" eaLnBrk="1" latinLnBrk="0" hangingPunct="1">
        <a:lnSpc>
          <a:spcPct val="90000"/>
        </a:lnSpc>
        <a:spcBef>
          <a:spcPts val="747"/>
        </a:spcBef>
        <a:buFont typeface="Arial" panose="020B0604020202020204" pitchFamily="34" charset="0"/>
        <a:buChar char="•"/>
        <a:defRPr sz="2688" kern="1200">
          <a:solidFill>
            <a:schemeClr val="tx1"/>
          </a:solidFill>
          <a:latin typeface="+mn-lt"/>
          <a:ea typeface="+mn-ea"/>
          <a:cs typeface="+mn-cs"/>
        </a:defRPr>
      </a:lvl6pPr>
      <a:lvl7pPr marL="4437789" indent="-341368" algn="l" defTabSz="1365474" rtl="0" eaLnBrk="1" latinLnBrk="0" hangingPunct="1">
        <a:lnSpc>
          <a:spcPct val="90000"/>
        </a:lnSpc>
        <a:spcBef>
          <a:spcPts val="747"/>
        </a:spcBef>
        <a:buFont typeface="Arial" panose="020B0604020202020204" pitchFamily="34" charset="0"/>
        <a:buChar char="•"/>
        <a:defRPr sz="2688" kern="1200">
          <a:solidFill>
            <a:schemeClr val="tx1"/>
          </a:solidFill>
          <a:latin typeface="+mn-lt"/>
          <a:ea typeface="+mn-ea"/>
          <a:cs typeface="+mn-cs"/>
        </a:defRPr>
      </a:lvl7pPr>
      <a:lvl8pPr marL="5120526" indent="-341368" algn="l" defTabSz="1365474" rtl="0" eaLnBrk="1" latinLnBrk="0" hangingPunct="1">
        <a:lnSpc>
          <a:spcPct val="90000"/>
        </a:lnSpc>
        <a:spcBef>
          <a:spcPts val="747"/>
        </a:spcBef>
        <a:buFont typeface="Arial" panose="020B0604020202020204" pitchFamily="34" charset="0"/>
        <a:buChar char="•"/>
        <a:defRPr sz="2688" kern="1200">
          <a:solidFill>
            <a:schemeClr val="tx1"/>
          </a:solidFill>
          <a:latin typeface="+mn-lt"/>
          <a:ea typeface="+mn-ea"/>
          <a:cs typeface="+mn-cs"/>
        </a:defRPr>
      </a:lvl8pPr>
      <a:lvl9pPr marL="5803262" indent="-341368" algn="l" defTabSz="1365474" rtl="0" eaLnBrk="1" latinLnBrk="0" hangingPunct="1">
        <a:lnSpc>
          <a:spcPct val="90000"/>
        </a:lnSpc>
        <a:spcBef>
          <a:spcPts val="747"/>
        </a:spcBef>
        <a:buFont typeface="Arial" panose="020B0604020202020204" pitchFamily="34" charset="0"/>
        <a:buChar char="•"/>
        <a:defRPr sz="26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65474" rtl="0" eaLnBrk="1" latinLnBrk="0" hangingPunct="1">
        <a:defRPr sz="2688" kern="1200">
          <a:solidFill>
            <a:schemeClr val="tx1"/>
          </a:solidFill>
          <a:latin typeface="+mn-lt"/>
          <a:ea typeface="+mn-ea"/>
          <a:cs typeface="+mn-cs"/>
        </a:defRPr>
      </a:lvl1pPr>
      <a:lvl2pPr marL="682737" algn="l" defTabSz="1365474" rtl="0" eaLnBrk="1" latinLnBrk="0" hangingPunct="1">
        <a:defRPr sz="2688" kern="1200">
          <a:solidFill>
            <a:schemeClr val="tx1"/>
          </a:solidFill>
          <a:latin typeface="+mn-lt"/>
          <a:ea typeface="+mn-ea"/>
          <a:cs typeface="+mn-cs"/>
        </a:defRPr>
      </a:lvl2pPr>
      <a:lvl3pPr marL="1365474" algn="l" defTabSz="1365474" rtl="0" eaLnBrk="1" latinLnBrk="0" hangingPunct="1">
        <a:defRPr sz="2688" kern="1200">
          <a:solidFill>
            <a:schemeClr val="tx1"/>
          </a:solidFill>
          <a:latin typeface="+mn-lt"/>
          <a:ea typeface="+mn-ea"/>
          <a:cs typeface="+mn-cs"/>
        </a:defRPr>
      </a:lvl3pPr>
      <a:lvl4pPr marL="2048210" algn="l" defTabSz="1365474" rtl="0" eaLnBrk="1" latinLnBrk="0" hangingPunct="1">
        <a:defRPr sz="2688" kern="1200">
          <a:solidFill>
            <a:schemeClr val="tx1"/>
          </a:solidFill>
          <a:latin typeface="+mn-lt"/>
          <a:ea typeface="+mn-ea"/>
          <a:cs typeface="+mn-cs"/>
        </a:defRPr>
      </a:lvl4pPr>
      <a:lvl5pPr marL="2730947" algn="l" defTabSz="1365474" rtl="0" eaLnBrk="1" latinLnBrk="0" hangingPunct="1">
        <a:defRPr sz="2688" kern="1200">
          <a:solidFill>
            <a:schemeClr val="tx1"/>
          </a:solidFill>
          <a:latin typeface="+mn-lt"/>
          <a:ea typeface="+mn-ea"/>
          <a:cs typeface="+mn-cs"/>
        </a:defRPr>
      </a:lvl5pPr>
      <a:lvl6pPr marL="3413684" algn="l" defTabSz="1365474" rtl="0" eaLnBrk="1" latinLnBrk="0" hangingPunct="1">
        <a:defRPr sz="2688" kern="1200">
          <a:solidFill>
            <a:schemeClr val="tx1"/>
          </a:solidFill>
          <a:latin typeface="+mn-lt"/>
          <a:ea typeface="+mn-ea"/>
          <a:cs typeface="+mn-cs"/>
        </a:defRPr>
      </a:lvl6pPr>
      <a:lvl7pPr marL="4096421" algn="l" defTabSz="1365474" rtl="0" eaLnBrk="1" latinLnBrk="0" hangingPunct="1">
        <a:defRPr sz="2688" kern="1200">
          <a:solidFill>
            <a:schemeClr val="tx1"/>
          </a:solidFill>
          <a:latin typeface="+mn-lt"/>
          <a:ea typeface="+mn-ea"/>
          <a:cs typeface="+mn-cs"/>
        </a:defRPr>
      </a:lvl7pPr>
      <a:lvl8pPr marL="4779157" algn="l" defTabSz="1365474" rtl="0" eaLnBrk="1" latinLnBrk="0" hangingPunct="1">
        <a:defRPr sz="2688" kern="1200">
          <a:solidFill>
            <a:schemeClr val="tx1"/>
          </a:solidFill>
          <a:latin typeface="+mn-lt"/>
          <a:ea typeface="+mn-ea"/>
          <a:cs typeface="+mn-cs"/>
        </a:defRPr>
      </a:lvl8pPr>
      <a:lvl9pPr marL="5461894" algn="l" defTabSz="1365474" rtl="0" eaLnBrk="1" latinLnBrk="0" hangingPunct="1">
        <a:defRPr sz="26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graph&#10;&#10;AI-generated content may be incorrect.">
            <a:extLst>
              <a:ext uri="{FF2B5EF4-FFF2-40B4-BE49-F238E27FC236}">
                <a16:creationId xmlns:a16="http://schemas.microsoft.com/office/drawing/2014/main" id="{3C1F0B26-491F-A8E2-71A7-D40144C0D4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9" t="18097" r="1021" b="23991"/>
          <a:stretch>
            <a:fillRect/>
          </a:stretch>
        </p:blipFill>
        <p:spPr>
          <a:xfrm>
            <a:off x="-8650" y="1506124"/>
            <a:ext cx="19393613" cy="76378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192A9DA-7D34-9DC2-0944-FB7E0C2BB9CC}"/>
              </a:ext>
            </a:extLst>
          </p:cNvPr>
          <p:cNvSpPr/>
          <p:nvPr/>
        </p:nvSpPr>
        <p:spPr>
          <a:xfrm>
            <a:off x="8340045" y="8031401"/>
            <a:ext cx="3043757" cy="793083"/>
          </a:xfrm>
          <a:prstGeom prst="rect">
            <a:avLst/>
          </a:prstGeom>
          <a:solidFill>
            <a:srgbClr val="EDF1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"/>
              </a:rPr>
              <a:t>K-NN graph constructions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34F7F0-407E-EA0B-AA6C-6E048047A75B}"/>
              </a:ext>
            </a:extLst>
          </p:cNvPr>
          <p:cNvSpPr/>
          <p:nvPr/>
        </p:nvSpPr>
        <p:spPr>
          <a:xfrm>
            <a:off x="85725" y="1595024"/>
            <a:ext cx="4297112" cy="602412"/>
          </a:xfrm>
          <a:prstGeom prst="rect">
            <a:avLst/>
          </a:prstGeom>
          <a:solidFill>
            <a:srgbClr val="296692"/>
          </a:solidFill>
          <a:ln>
            <a:solidFill>
              <a:srgbClr val="285F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"/>
              </a:rPr>
              <a:t>11-feature node representation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DA93C2-4900-41C0-BF32-1D471A8001F5}"/>
              </a:ext>
            </a:extLst>
          </p:cNvPr>
          <p:cNvSpPr/>
          <p:nvPr/>
        </p:nvSpPr>
        <p:spPr>
          <a:xfrm>
            <a:off x="5076824" y="1595024"/>
            <a:ext cx="9366251" cy="516351"/>
          </a:xfrm>
          <a:prstGeom prst="rect">
            <a:avLst/>
          </a:prstGeom>
          <a:solidFill>
            <a:srgbClr val="DF9959"/>
          </a:solidFill>
          <a:ln>
            <a:solidFill>
              <a:srgbClr val="DF9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"/>
              </a:rPr>
              <a:t>Parallel graph neural backbones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6393D0-30D7-4456-31D9-6B9E68952971}"/>
              </a:ext>
            </a:extLst>
          </p:cNvPr>
          <p:cNvSpPr/>
          <p:nvPr/>
        </p:nvSpPr>
        <p:spPr>
          <a:xfrm>
            <a:off x="15090775" y="1625600"/>
            <a:ext cx="4208463" cy="473074"/>
          </a:xfrm>
          <a:prstGeom prst="rect">
            <a:avLst/>
          </a:prstGeom>
          <a:solidFill>
            <a:srgbClr val="89897D"/>
          </a:solidFill>
          <a:ln>
            <a:solidFill>
              <a:srgbClr val="8989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"/>
              </a:rPr>
              <a:t>Output branches</a:t>
            </a:r>
          </a:p>
        </p:txBody>
      </p:sp>
    </p:spTree>
    <p:extLst>
      <p:ext uri="{BB962C8B-B14F-4D97-AF65-F5344CB8AC3E}">
        <p14:creationId xmlns:p14="http://schemas.microsoft.com/office/powerpoint/2010/main" val="197165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330</TotalTime>
  <Words>13</Words>
  <Application>Microsoft Macintosh PowerPoint</Application>
  <PresentationFormat>Custom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 Hashim Ali</dc:creator>
  <cp:lastModifiedBy>Raja Hashim Ali</cp:lastModifiedBy>
  <cp:revision>3</cp:revision>
  <dcterms:created xsi:type="dcterms:W3CDTF">2026-04-14T04:17:26Z</dcterms:created>
  <dcterms:modified xsi:type="dcterms:W3CDTF">2026-04-14T11:25:12Z</dcterms:modified>
</cp:coreProperties>
</file>