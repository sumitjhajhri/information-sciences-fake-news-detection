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6" r:id="rId1"/>
  </p:sldMasterIdLst>
  <p:notesMasterIdLst>
    <p:notesMasterId r:id="rId3"/>
  </p:notesMasterIdLst>
  <p:sldIdLst>
    <p:sldId id="256" r:id="rId2"/>
  </p:sldIdLst>
  <p:sldSz cx="19384963" cy="102409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5373"/>
    <a:srgbClr val="6CBEFF"/>
    <a:srgbClr val="61A5E2"/>
    <a:srgbClr val="A9DDFF"/>
    <a:srgbClr val="F0F3F4"/>
    <a:srgbClr val="68879D"/>
    <a:srgbClr val="375D7E"/>
    <a:srgbClr val="5796CC"/>
    <a:srgbClr val="6DC1FF"/>
    <a:srgbClr val="5895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81"/>
  </p:normalViewPr>
  <p:slideViewPr>
    <p:cSldViewPr snapToGrid="0">
      <p:cViewPr>
        <p:scale>
          <a:sx n="73" d="100"/>
          <a:sy n="73" d="100"/>
        </p:scale>
        <p:origin x="976" y="10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3D2BF0-E33F-F740-B0E6-44A478D8A5B9}" type="datetimeFigureOut">
              <a:rPr lang="en-US" smtClean="0"/>
              <a:t>4/14/26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08000" y="1143000"/>
            <a:ext cx="58420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6BF539-72D0-5741-837B-FA17D294E1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1230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08000" y="1143000"/>
            <a:ext cx="58420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6BF539-72D0-5741-837B-FA17D294E13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3116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23121" y="1676010"/>
            <a:ext cx="14538722" cy="3565372"/>
          </a:xfrm>
        </p:spPr>
        <p:txBody>
          <a:bodyPr anchor="b"/>
          <a:lstStyle>
            <a:lvl1pPr algn="ctr">
              <a:defRPr sz="89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23121" y="5378877"/>
            <a:ext cx="14538722" cy="2472528"/>
          </a:xfrm>
        </p:spPr>
        <p:txBody>
          <a:bodyPr/>
          <a:lstStyle>
            <a:lvl1pPr marL="0" indent="0" algn="ctr">
              <a:buNone/>
              <a:defRPr sz="3584"/>
            </a:lvl1pPr>
            <a:lvl2pPr marL="682737" indent="0" algn="ctr">
              <a:buNone/>
              <a:defRPr sz="2987"/>
            </a:lvl2pPr>
            <a:lvl3pPr marL="1365474" indent="0" algn="ctr">
              <a:buNone/>
              <a:defRPr sz="2688"/>
            </a:lvl3pPr>
            <a:lvl4pPr marL="2048210" indent="0" algn="ctr">
              <a:buNone/>
              <a:defRPr sz="2389"/>
            </a:lvl4pPr>
            <a:lvl5pPr marL="2730947" indent="0" algn="ctr">
              <a:buNone/>
              <a:defRPr sz="2389"/>
            </a:lvl5pPr>
            <a:lvl6pPr marL="3413684" indent="0" algn="ctr">
              <a:buNone/>
              <a:defRPr sz="2389"/>
            </a:lvl6pPr>
            <a:lvl7pPr marL="4096421" indent="0" algn="ctr">
              <a:buNone/>
              <a:defRPr sz="2389"/>
            </a:lvl7pPr>
            <a:lvl8pPr marL="4779157" indent="0" algn="ctr">
              <a:buNone/>
              <a:defRPr sz="2389"/>
            </a:lvl8pPr>
            <a:lvl9pPr marL="5461894" indent="0" algn="ctr">
              <a:buNone/>
              <a:defRPr sz="238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510A4-34DB-B54A-BE40-D0B286F75559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849553-EDE9-7346-B02B-FF4ABF892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02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510A4-34DB-B54A-BE40-D0B286F75559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849553-EDE9-7346-B02B-FF4ABF892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981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2620" y="2553131"/>
            <a:ext cx="16719531" cy="4259955"/>
          </a:xfrm>
        </p:spPr>
        <p:txBody>
          <a:bodyPr anchor="b"/>
          <a:lstStyle>
            <a:lvl1pPr>
              <a:defRPr sz="89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2620" y="6853387"/>
            <a:ext cx="16719531" cy="2240210"/>
          </a:xfrm>
        </p:spPr>
        <p:txBody>
          <a:bodyPr/>
          <a:lstStyle>
            <a:lvl1pPr marL="0" indent="0">
              <a:buNone/>
              <a:defRPr sz="3584">
                <a:solidFill>
                  <a:schemeClr val="tx1">
                    <a:tint val="82000"/>
                  </a:schemeClr>
                </a:solidFill>
              </a:defRPr>
            </a:lvl1pPr>
            <a:lvl2pPr marL="682737" indent="0">
              <a:buNone/>
              <a:defRPr sz="2987">
                <a:solidFill>
                  <a:schemeClr val="tx1">
                    <a:tint val="82000"/>
                  </a:schemeClr>
                </a:solidFill>
              </a:defRPr>
            </a:lvl2pPr>
            <a:lvl3pPr marL="1365474" indent="0">
              <a:buNone/>
              <a:defRPr sz="2688">
                <a:solidFill>
                  <a:schemeClr val="tx1">
                    <a:tint val="82000"/>
                  </a:schemeClr>
                </a:solidFill>
              </a:defRPr>
            </a:lvl3pPr>
            <a:lvl4pPr marL="2048210" indent="0">
              <a:buNone/>
              <a:defRPr sz="2389">
                <a:solidFill>
                  <a:schemeClr val="tx1">
                    <a:tint val="82000"/>
                  </a:schemeClr>
                </a:solidFill>
              </a:defRPr>
            </a:lvl4pPr>
            <a:lvl5pPr marL="2730947" indent="0">
              <a:buNone/>
              <a:defRPr sz="2389">
                <a:solidFill>
                  <a:schemeClr val="tx1">
                    <a:tint val="82000"/>
                  </a:schemeClr>
                </a:solidFill>
              </a:defRPr>
            </a:lvl5pPr>
            <a:lvl6pPr marL="3413684" indent="0">
              <a:buNone/>
              <a:defRPr sz="2389">
                <a:solidFill>
                  <a:schemeClr val="tx1">
                    <a:tint val="82000"/>
                  </a:schemeClr>
                </a:solidFill>
              </a:defRPr>
            </a:lvl6pPr>
            <a:lvl7pPr marL="4096421" indent="0">
              <a:buNone/>
              <a:defRPr sz="2389">
                <a:solidFill>
                  <a:schemeClr val="tx1">
                    <a:tint val="82000"/>
                  </a:schemeClr>
                </a:solidFill>
              </a:defRPr>
            </a:lvl7pPr>
            <a:lvl8pPr marL="4779157" indent="0">
              <a:buNone/>
              <a:defRPr sz="2389">
                <a:solidFill>
                  <a:schemeClr val="tx1">
                    <a:tint val="82000"/>
                  </a:schemeClr>
                </a:solidFill>
              </a:defRPr>
            </a:lvl8pPr>
            <a:lvl9pPr marL="5461894" indent="0">
              <a:buNone/>
              <a:defRPr sz="2389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510A4-34DB-B54A-BE40-D0B286F75559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849553-EDE9-7346-B02B-FF4ABF892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443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32716" y="2726182"/>
            <a:ext cx="8238609" cy="64977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813638" y="2726182"/>
            <a:ext cx="8238609" cy="64977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510A4-34DB-B54A-BE40-D0B286F75559}" type="datetimeFigureOut">
              <a:rPr lang="en-US" smtClean="0"/>
              <a:t>4/14/26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849553-EDE9-7346-B02B-FF4ABF892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428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5241" y="545237"/>
            <a:ext cx="16719531" cy="197944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35242" y="2510459"/>
            <a:ext cx="8200747" cy="1230337"/>
          </a:xfrm>
        </p:spPr>
        <p:txBody>
          <a:bodyPr anchor="b"/>
          <a:lstStyle>
            <a:lvl1pPr marL="0" indent="0">
              <a:buNone/>
              <a:defRPr sz="3584" b="1"/>
            </a:lvl1pPr>
            <a:lvl2pPr marL="682737" indent="0">
              <a:buNone/>
              <a:defRPr sz="2987" b="1"/>
            </a:lvl2pPr>
            <a:lvl3pPr marL="1365474" indent="0">
              <a:buNone/>
              <a:defRPr sz="2688" b="1"/>
            </a:lvl3pPr>
            <a:lvl4pPr marL="2048210" indent="0">
              <a:buNone/>
              <a:defRPr sz="2389" b="1"/>
            </a:lvl4pPr>
            <a:lvl5pPr marL="2730947" indent="0">
              <a:buNone/>
              <a:defRPr sz="2389" b="1"/>
            </a:lvl5pPr>
            <a:lvl6pPr marL="3413684" indent="0">
              <a:buNone/>
              <a:defRPr sz="2389" b="1"/>
            </a:lvl6pPr>
            <a:lvl7pPr marL="4096421" indent="0">
              <a:buNone/>
              <a:defRPr sz="2389" b="1"/>
            </a:lvl7pPr>
            <a:lvl8pPr marL="4779157" indent="0">
              <a:buNone/>
              <a:defRPr sz="2389" b="1"/>
            </a:lvl8pPr>
            <a:lvl9pPr marL="5461894" indent="0">
              <a:buNone/>
              <a:defRPr sz="238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35242" y="3740796"/>
            <a:ext cx="8200747" cy="55021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813638" y="2510459"/>
            <a:ext cx="8241134" cy="1230337"/>
          </a:xfrm>
        </p:spPr>
        <p:txBody>
          <a:bodyPr anchor="b"/>
          <a:lstStyle>
            <a:lvl1pPr marL="0" indent="0">
              <a:buNone/>
              <a:defRPr sz="3584" b="1"/>
            </a:lvl1pPr>
            <a:lvl2pPr marL="682737" indent="0">
              <a:buNone/>
              <a:defRPr sz="2987" b="1"/>
            </a:lvl2pPr>
            <a:lvl3pPr marL="1365474" indent="0">
              <a:buNone/>
              <a:defRPr sz="2688" b="1"/>
            </a:lvl3pPr>
            <a:lvl4pPr marL="2048210" indent="0">
              <a:buNone/>
              <a:defRPr sz="2389" b="1"/>
            </a:lvl4pPr>
            <a:lvl5pPr marL="2730947" indent="0">
              <a:buNone/>
              <a:defRPr sz="2389" b="1"/>
            </a:lvl5pPr>
            <a:lvl6pPr marL="3413684" indent="0">
              <a:buNone/>
              <a:defRPr sz="2389" b="1"/>
            </a:lvl6pPr>
            <a:lvl7pPr marL="4096421" indent="0">
              <a:buNone/>
              <a:defRPr sz="2389" b="1"/>
            </a:lvl7pPr>
            <a:lvl8pPr marL="4779157" indent="0">
              <a:buNone/>
              <a:defRPr sz="2389" b="1"/>
            </a:lvl8pPr>
            <a:lvl9pPr marL="5461894" indent="0">
              <a:buNone/>
              <a:defRPr sz="238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813638" y="3740796"/>
            <a:ext cx="8241134" cy="55021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510A4-34DB-B54A-BE40-D0B286F75559}" type="datetimeFigureOut">
              <a:rPr lang="en-US" smtClean="0"/>
              <a:t>4/14/26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849553-EDE9-7346-B02B-FF4ABF892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4227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510A4-34DB-B54A-BE40-D0B286F75559}" type="datetimeFigureOut">
              <a:rPr lang="en-US" smtClean="0"/>
              <a:t>4/14/26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849553-EDE9-7346-B02B-FF4ABF892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705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510A4-34DB-B54A-BE40-D0B286F75559}" type="datetimeFigureOut">
              <a:rPr lang="en-US" smtClean="0"/>
              <a:t>4/14/26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849553-EDE9-7346-B02B-FF4ABF892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956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5242" y="682731"/>
            <a:ext cx="6252155" cy="2389558"/>
          </a:xfrm>
        </p:spPr>
        <p:txBody>
          <a:bodyPr anchor="b"/>
          <a:lstStyle>
            <a:lvl1pPr>
              <a:defRPr sz="477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41134" y="1474510"/>
            <a:ext cx="9813638" cy="7277721"/>
          </a:xfrm>
        </p:spPr>
        <p:txBody>
          <a:bodyPr/>
          <a:lstStyle>
            <a:lvl1pPr>
              <a:defRPr sz="4779"/>
            </a:lvl1pPr>
            <a:lvl2pPr>
              <a:defRPr sz="4181"/>
            </a:lvl2pPr>
            <a:lvl3pPr>
              <a:defRPr sz="3584"/>
            </a:lvl3pPr>
            <a:lvl4pPr>
              <a:defRPr sz="2987"/>
            </a:lvl4pPr>
            <a:lvl5pPr>
              <a:defRPr sz="2987"/>
            </a:lvl5pPr>
            <a:lvl6pPr>
              <a:defRPr sz="2987"/>
            </a:lvl6pPr>
            <a:lvl7pPr>
              <a:defRPr sz="2987"/>
            </a:lvl7pPr>
            <a:lvl8pPr>
              <a:defRPr sz="2987"/>
            </a:lvl8pPr>
            <a:lvl9pPr>
              <a:defRPr sz="298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35242" y="3072289"/>
            <a:ext cx="6252155" cy="5691795"/>
          </a:xfrm>
        </p:spPr>
        <p:txBody>
          <a:bodyPr/>
          <a:lstStyle>
            <a:lvl1pPr marL="0" indent="0">
              <a:buNone/>
              <a:defRPr sz="2389"/>
            </a:lvl1pPr>
            <a:lvl2pPr marL="682737" indent="0">
              <a:buNone/>
              <a:defRPr sz="2091"/>
            </a:lvl2pPr>
            <a:lvl3pPr marL="1365474" indent="0">
              <a:buNone/>
              <a:defRPr sz="1792"/>
            </a:lvl3pPr>
            <a:lvl4pPr marL="2048210" indent="0">
              <a:buNone/>
              <a:defRPr sz="1493"/>
            </a:lvl4pPr>
            <a:lvl5pPr marL="2730947" indent="0">
              <a:buNone/>
              <a:defRPr sz="1493"/>
            </a:lvl5pPr>
            <a:lvl6pPr marL="3413684" indent="0">
              <a:buNone/>
              <a:defRPr sz="1493"/>
            </a:lvl6pPr>
            <a:lvl7pPr marL="4096421" indent="0">
              <a:buNone/>
              <a:defRPr sz="1493"/>
            </a:lvl7pPr>
            <a:lvl8pPr marL="4779157" indent="0">
              <a:buNone/>
              <a:defRPr sz="1493"/>
            </a:lvl8pPr>
            <a:lvl9pPr marL="5461894" indent="0">
              <a:buNone/>
              <a:defRPr sz="149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510A4-34DB-B54A-BE40-D0B286F75559}" type="datetimeFigureOut">
              <a:rPr lang="en-US" smtClean="0"/>
              <a:t>4/14/26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849553-EDE9-7346-B02B-FF4ABF892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635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5242" y="682731"/>
            <a:ext cx="6252155" cy="2389558"/>
          </a:xfrm>
        </p:spPr>
        <p:txBody>
          <a:bodyPr anchor="b"/>
          <a:lstStyle>
            <a:lvl1pPr>
              <a:defRPr sz="477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241134" y="1474510"/>
            <a:ext cx="9813638" cy="7277721"/>
          </a:xfrm>
        </p:spPr>
        <p:txBody>
          <a:bodyPr anchor="t"/>
          <a:lstStyle>
            <a:lvl1pPr marL="0" indent="0">
              <a:buNone/>
              <a:defRPr sz="4779"/>
            </a:lvl1pPr>
            <a:lvl2pPr marL="682737" indent="0">
              <a:buNone/>
              <a:defRPr sz="4181"/>
            </a:lvl2pPr>
            <a:lvl3pPr marL="1365474" indent="0">
              <a:buNone/>
              <a:defRPr sz="3584"/>
            </a:lvl3pPr>
            <a:lvl4pPr marL="2048210" indent="0">
              <a:buNone/>
              <a:defRPr sz="2987"/>
            </a:lvl4pPr>
            <a:lvl5pPr marL="2730947" indent="0">
              <a:buNone/>
              <a:defRPr sz="2987"/>
            </a:lvl5pPr>
            <a:lvl6pPr marL="3413684" indent="0">
              <a:buNone/>
              <a:defRPr sz="2987"/>
            </a:lvl6pPr>
            <a:lvl7pPr marL="4096421" indent="0">
              <a:buNone/>
              <a:defRPr sz="2987"/>
            </a:lvl7pPr>
            <a:lvl8pPr marL="4779157" indent="0">
              <a:buNone/>
              <a:defRPr sz="2987"/>
            </a:lvl8pPr>
            <a:lvl9pPr marL="5461894" indent="0">
              <a:buNone/>
              <a:defRPr sz="298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35242" y="3072289"/>
            <a:ext cx="6252155" cy="5691795"/>
          </a:xfrm>
        </p:spPr>
        <p:txBody>
          <a:bodyPr/>
          <a:lstStyle>
            <a:lvl1pPr marL="0" indent="0">
              <a:buNone/>
              <a:defRPr sz="2389"/>
            </a:lvl1pPr>
            <a:lvl2pPr marL="682737" indent="0">
              <a:buNone/>
              <a:defRPr sz="2091"/>
            </a:lvl2pPr>
            <a:lvl3pPr marL="1365474" indent="0">
              <a:buNone/>
              <a:defRPr sz="1792"/>
            </a:lvl3pPr>
            <a:lvl4pPr marL="2048210" indent="0">
              <a:buNone/>
              <a:defRPr sz="1493"/>
            </a:lvl4pPr>
            <a:lvl5pPr marL="2730947" indent="0">
              <a:buNone/>
              <a:defRPr sz="1493"/>
            </a:lvl5pPr>
            <a:lvl6pPr marL="3413684" indent="0">
              <a:buNone/>
              <a:defRPr sz="1493"/>
            </a:lvl6pPr>
            <a:lvl7pPr marL="4096421" indent="0">
              <a:buNone/>
              <a:defRPr sz="1493"/>
            </a:lvl7pPr>
            <a:lvl8pPr marL="4779157" indent="0">
              <a:buNone/>
              <a:defRPr sz="1493"/>
            </a:lvl8pPr>
            <a:lvl9pPr marL="5461894" indent="0">
              <a:buNone/>
              <a:defRPr sz="149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510A4-34DB-B54A-BE40-D0B286F75559}" type="datetimeFigureOut">
              <a:rPr lang="en-US" smtClean="0"/>
              <a:t>4/14/26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849553-EDE9-7346-B02B-FF4ABF892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309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510A4-34DB-B54A-BE40-D0B286F75559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849553-EDE9-7346-B02B-FF4ABF892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18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872364" y="545236"/>
            <a:ext cx="4179883" cy="867874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32716" y="545236"/>
            <a:ext cx="12297336" cy="867874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510A4-34DB-B54A-BE40-D0B286F75559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849553-EDE9-7346-B02B-FF4ABF892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71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32716" y="545237"/>
            <a:ext cx="16719531" cy="19794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32716" y="2726182"/>
            <a:ext cx="16719531" cy="64977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32716" y="9491856"/>
            <a:ext cx="4361617" cy="5452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D510A4-34DB-B54A-BE40-D0B286F75559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421269" y="9491856"/>
            <a:ext cx="6542425" cy="5452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690630" y="9491856"/>
            <a:ext cx="4361617" cy="5452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849553-EDE9-7346-B02B-FF4ABF892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613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1365474" rtl="0" eaLnBrk="1" latinLnBrk="0" hangingPunct="1">
        <a:lnSpc>
          <a:spcPct val="90000"/>
        </a:lnSpc>
        <a:spcBef>
          <a:spcPct val="0"/>
        </a:spcBef>
        <a:buNone/>
        <a:defRPr sz="657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1368" indent="-341368" algn="l" defTabSz="1365474" rtl="0" eaLnBrk="1" latinLnBrk="0" hangingPunct="1">
        <a:lnSpc>
          <a:spcPct val="90000"/>
        </a:lnSpc>
        <a:spcBef>
          <a:spcPts val="1493"/>
        </a:spcBef>
        <a:buFont typeface="Arial" panose="020B0604020202020204" pitchFamily="34" charset="0"/>
        <a:buChar char="•"/>
        <a:defRPr sz="4181" kern="1200">
          <a:solidFill>
            <a:schemeClr val="tx1"/>
          </a:solidFill>
          <a:latin typeface="+mn-lt"/>
          <a:ea typeface="+mn-ea"/>
          <a:cs typeface="+mn-cs"/>
        </a:defRPr>
      </a:lvl1pPr>
      <a:lvl2pPr marL="1024105" indent="-341368" algn="l" defTabSz="1365474" rtl="0" eaLnBrk="1" latinLnBrk="0" hangingPunct="1">
        <a:lnSpc>
          <a:spcPct val="90000"/>
        </a:lnSpc>
        <a:spcBef>
          <a:spcPts val="747"/>
        </a:spcBef>
        <a:buFont typeface="Arial" panose="020B0604020202020204" pitchFamily="34" charset="0"/>
        <a:buChar char="•"/>
        <a:defRPr sz="3584" kern="1200">
          <a:solidFill>
            <a:schemeClr val="tx1"/>
          </a:solidFill>
          <a:latin typeface="+mn-lt"/>
          <a:ea typeface="+mn-ea"/>
          <a:cs typeface="+mn-cs"/>
        </a:defRPr>
      </a:lvl2pPr>
      <a:lvl3pPr marL="1706842" indent="-341368" algn="l" defTabSz="1365474" rtl="0" eaLnBrk="1" latinLnBrk="0" hangingPunct="1">
        <a:lnSpc>
          <a:spcPct val="90000"/>
        </a:lnSpc>
        <a:spcBef>
          <a:spcPts val="747"/>
        </a:spcBef>
        <a:buFont typeface="Arial" panose="020B0604020202020204" pitchFamily="34" charset="0"/>
        <a:buChar char="•"/>
        <a:defRPr sz="2987" kern="1200">
          <a:solidFill>
            <a:schemeClr val="tx1"/>
          </a:solidFill>
          <a:latin typeface="+mn-lt"/>
          <a:ea typeface="+mn-ea"/>
          <a:cs typeface="+mn-cs"/>
        </a:defRPr>
      </a:lvl3pPr>
      <a:lvl4pPr marL="2389579" indent="-341368" algn="l" defTabSz="1365474" rtl="0" eaLnBrk="1" latinLnBrk="0" hangingPunct="1">
        <a:lnSpc>
          <a:spcPct val="90000"/>
        </a:lnSpc>
        <a:spcBef>
          <a:spcPts val="747"/>
        </a:spcBef>
        <a:buFont typeface="Arial" panose="020B0604020202020204" pitchFamily="34" charset="0"/>
        <a:buChar char="•"/>
        <a:defRPr sz="2688" kern="1200">
          <a:solidFill>
            <a:schemeClr val="tx1"/>
          </a:solidFill>
          <a:latin typeface="+mn-lt"/>
          <a:ea typeface="+mn-ea"/>
          <a:cs typeface="+mn-cs"/>
        </a:defRPr>
      </a:lvl4pPr>
      <a:lvl5pPr marL="3072315" indent="-341368" algn="l" defTabSz="1365474" rtl="0" eaLnBrk="1" latinLnBrk="0" hangingPunct="1">
        <a:lnSpc>
          <a:spcPct val="90000"/>
        </a:lnSpc>
        <a:spcBef>
          <a:spcPts val="747"/>
        </a:spcBef>
        <a:buFont typeface="Arial" panose="020B0604020202020204" pitchFamily="34" charset="0"/>
        <a:buChar char="•"/>
        <a:defRPr sz="2688" kern="1200">
          <a:solidFill>
            <a:schemeClr val="tx1"/>
          </a:solidFill>
          <a:latin typeface="+mn-lt"/>
          <a:ea typeface="+mn-ea"/>
          <a:cs typeface="+mn-cs"/>
        </a:defRPr>
      </a:lvl5pPr>
      <a:lvl6pPr marL="3755052" indent="-341368" algn="l" defTabSz="1365474" rtl="0" eaLnBrk="1" latinLnBrk="0" hangingPunct="1">
        <a:lnSpc>
          <a:spcPct val="90000"/>
        </a:lnSpc>
        <a:spcBef>
          <a:spcPts val="747"/>
        </a:spcBef>
        <a:buFont typeface="Arial" panose="020B0604020202020204" pitchFamily="34" charset="0"/>
        <a:buChar char="•"/>
        <a:defRPr sz="2688" kern="1200">
          <a:solidFill>
            <a:schemeClr val="tx1"/>
          </a:solidFill>
          <a:latin typeface="+mn-lt"/>
          <a:ea typeface="+mn-ea"/>
          <a:cs typeface="+mn-cs"/>
        </a:defRPr>
      </a:lvl6pPr>
      <a:lvl7pPr marL="4437789" indent="-341368" algn="l" defTabSz="1365474" rtl="0" eaLnBrk="1" latinLnBrk="0" hangingPunct="1">
        <a:lnSpc>
          <a:spcPct val="90000"/>
        </a:lnSpc>
        <a:spcBef>
          <a:spcPts val="747"/>
        </a:spcBef>
        <a:buFont typeface="Arial" panose="020B0604020202020204" pitchFamily="34" charset="0"/>
        <a:buChar char="•"/>
        <a:defRPr sz="2688" kern="1200">
          <a:solidFill>
            <a:schemeClr val="tx1"/>
          </a:solidFill>
          <a:latin typeface="+mn-lt"/>
          <a:ea typeface="+mn-ea"/>
          <a:cs typeface="+mn-cs"/>
        </a:defRPr>
      </a:lvl7pPr>
      <a:lvl8pPr marL="5120526" indent="-341368" algn="l" defTabSz="1365474" rtl="0" eaLnBrk="1" latinLnBrk="0" hangingPunct="1">
        <a:lnSpc>
          <a:spcPct val="90000"/>
        </a:lnSpc>
        <a:spcBef>
          <a:spcPts val="747"/>
        </a:spcBef>
        <a:buFont typeface="Arial" panose="020B0604020202020204" pitchFamily="34" charset="0"/>
        <a:buChar char="•"/>
        <a:defRPr sz="2688" kern="1200">
          <a:solidFill>
            <a:schemeClr val="tx1"/>
          </a:solidFill>
          <a:latin typeface="+mn-lt"/>
          <a:ea typeface="+mn-ea"/>
          <a:cs typeface="+mn-cs"/>
        </a:defRPr>
      </a:lvl8pPr>
      <a:lvl9pPr marL="5803262" indent="-341368" algn="l" defTabSz="1365474" rtl="0" eaLnBrk="1" latinLnBrk="0" hangingPunct="1">
        <a:lnSpc>
          <a:spcPct val="90000"/>
        </a:lnSpc>
        <a:spcBef>
          <a:spcPts val="747"/>
        </a:spcBef>
        <a:buFont typeface="Arial" panose="020B0604020202020204" pitchFamily="34" charset="0"/>
        <a:buChar char="•"/>
        <a:defRPr sz="26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65474" rtl="0" eaLnBrk="1" latinLnBrk="0" hangingPunct="1">
        <a:defRPr sz="2688" kern="1200">
          <a:solidFill>
            <a:schemeClr val="tx1"/>
          </a:solidFill>
          <a:latin typeface="+mn-lt"/>
          <a:ea typeface="+mn-ea"/>
          <a:cs typeface="+mn-cs"/>
        </a:defRPr>
      </a:lvl1pPr>
      <a:lvl2pPr marL="682737" algn="l" defTabSz="1365474" rtl="0" eaLnBrk="1" latinLnBrk="0" hangingPunct="1">
        <a:defRPr sz="2688" kern="1200">
          <a:solidFill>
            <a:schemeClr val="tx1"/>
          </a:solidFill>
          <a:latin typeface="+mn-lt"/>
          <a:ea typeface="+mn-ea"/>
          <a:cs typeface="+mn-cs"/>
        </a:defRPr>
      </a:lvl2pPr>
      <a:lvl3pPr marL="1365474" algn="l" defTabSz="1365474" rtl="0" eaLnBrk="1" latinLnBrk="0" hangingPunct="1">
        <a:defRPr sz="2688" kern="1200">
          <a:solidFill>
            <a:schemeClr val="tx1"/>
          </a:solidFill>
          <a:latin typeface="+mn-lt"/>
          <a:ea typeface="+mn-ea"/>
          <a:cs typeface="+mn-cs"/>
        </a:defRPr>
      </a:lvl3pPr>
      <a:lvl4pPr marL="2048210" algn="l" defTabSz="1365474" rtl="0" eaLnBrk="1" latinLnBrk="0" hangingPunct="1">
        <a:defRPr sz="2688" kern="1200">
          <a:solidFill>
            <a:schemeClr val="tx1"/>
          </a:solidFill>
          <a:latin typeface="+mn-lt"/>
          <a:ea typeface="+mn-ea"/>
          <a:cs typeface="+mn-cs"/>
        </a:defRPr>
      </a:lvl4pPr>
      <a:lvl5pPr marL="2730947" algn="l" defTabSz="1365474" rtl="0" eaLnBrk="1" latinLnBrk="0" hangingPunct="1">
        <a:defRPr sz="2688" kern="1200">
          <a:solidFill>
            <a:schemeClr val="tx1"/>
          </a:solidFill>
          <a:latin typeface="+mn-lt"/>
          <a:ea typeface="+mn-ea"/>
          <a:cs typeface="+mn-cs"/>
        </a:defRPr>
      </a:lvl5pPr>
      <a:lvl6pPr marL="3413684" algn="l" defTabSz="1365474" rtl="0" eaLnBrk="1" latinLnBrk="0" hangingPunct="1">
        <a:defRPr sz="2688" kern="1200">
          <a:solidFill>
            <a:schemeClr val="tx1"/>
          </a:solidFill>
          <a:latin typeface="+mn-lt"/>
          <a:ea typeface="+mn-ea"/>
          <a:cs typeface="+mn-cs"/>
        </a:defRPr>
      </a:lvl6pPr>
      <a:lvl7pPr marL="4096421" algn="l" defTabSz="1365474" rtl="0" eaLnBrk="1" latinLnBrk="0" hangingPunct="1">
        <a:defRPr sz="2688" kern="1200">
          <a:solidFill>
            <a:schemeClr val="tx1"/>
          </a:solidFill>
          <a:latin typeface="+mn-lt"/>
          <a:ea typeface="+mn-ea"/>
          <a:cs typeface="+mn-cs"/>
        </a:defRPr>
      </a:lvl7pPr>
      <a:lvl8pPr marL="4779157" algn="l" defTabSz="1365474" rtl="0" eaLnBrk="1" latinLnBrk="0" hangingPunct="1">
        <a:defRPr sz="2688" kern="1200">
          <a:solidFill>
            <a:schemeClr val="tx1"/>
          </a:solidFill>
          <a:latin typeface="+mn-lt"/>
          <a:ea typeface="+mn-ea"/>
          <a:cs typeface="+mn-cs"/>
        </a:defRPr>
      </a:lvl8pPr>
      <a:lvl9pPr marL="5461894" algn="l" defTabSz="1365474" rtl="0" eaLnBrk="1" latinLnBrk="0" hangingPunct="1">
        <a:defRPr sz="26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3D3DA9D7-1F60-B5EB-312E-40C29F6B9443}"/>
              </a:ext>
            </a:extLst>
          </p:cNvPr>
          <p:cNvSpPr/>
          <p:nvPr/>
        </p:nvSpPr>
        <p:spPr>
          <a:xfrm>
            <a:off x="517871" y="3774545"/>
            <a:ext cx="3031458" cy="531628"/>
          </a:xfrm>
          <a:prstGeom prst="rect">
            <a:avLst/>
          </a:prstGeom>
          <a:solidFill>
            <a:srgbClr val="449194"/>
          </a:solidFill>
          <a:ln>
            <a:solidFill>
              <a:srgbClr val="428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"/>
              </a:rPr>
              <a:t>Feature engineering and leakage-aware preprocessing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1EA344-D429-AFCD-87E8-CD82AFD40B7B}"/>
              </a:ext>
            </a:extLst>
          </p:cNvPr>
          <p:cNvSpPr/>
          <p:nvPr/>
        </p:nvSpPr>
        <p:spPr>
          <a:xfrm>
            <a:off x="517871" y="4306184"/>
            <a:ext cx="3031458" cy="5545397"/>
          </a:xfrm>
          <a:prstGeom prst="rect">
            <a:avLst/>
          </a:prstGeom>
          <a:solidFill>
            <a:srgbClr val="EAF5F4"/>
          </a:solidFill>
          <a:ln>
            <a:solidFill>
              <a:srgbClr val="428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sz="1200" dirty="0">
              <a:solidFill>
                <a:schemeClr val="tx1"/>
              </a:solidFill>
              <a:latin typeface="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56D6A87F-46C9-1B33-ACDB-8736F2302791}"/>
              </a:ext>
            </a:extLst>
          </p:cNvPr>
          <p:cNvSpPr/>
          <p:nvPr/>
        </p:nvSpPr>
        <p:spPr>
          <a:xfrm>
            <a:off x="612826" y="4444939"/>
            <a:ext cx="2834574" cy="1740061"/>
          </a:xfrm>
          <a:prstGeom prst="roundRect">
            <a:avLst/>
          </a:prstGeom>
          <a:noFill/>
          <a:ln w="9525">
            <a:solidFill>
              <a:srgbClr val="428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E3E9F1A-FF8D-EA07-9480-5AEFD7AB0AC6}"/>
              </a:ext>
            </a:extLst>
          </p:cNvPr>
          <p:cNvSpPr/>
          <p:nvPr/>
        </p:nvSpPr>
        <p:spPr>
          <a:xfrm>
            <a:off x="704315" y="4810053"/>
            <a:ext cx="2632667" cy="1152251"/>
          </a:xfrm>
          <a:prstGeom prst="rect">
            <a:avLst/>
          </a:prstGeom>
          <a:solidFill>
            <a:srgbClr val="5DC9CE"/>
          </a:solidFill>
          <a:ln>
            <a:solidFill>
              <a:srgbClr val="428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53C6A"/>
                </a:solidFill>
                <a:latin typeface=""/>
              </a:rPr>
              <a:t>5 numeric behavioral features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53C6A"/>
                </a:solidFill>
                <a:latin typeface=""/>
              </a:rPr>
              <a:t>3 sparse profile features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53C6A"/>
                </a:solidFill>
                <a:latin typeface=""/>
              </a:rPr>
              <a:t>3 missingness indicators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53C6A"/>
                </a:solidFill>
                <a:latin typeface=""/>
              </a:rPr>
              <a:t>Final 11-feature representation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D1DB4A6-F91F-E3C1-6942-485A71A40792}"/>
              </a:ext>
            </a:extLst>
          </p:cNvPr>
          <p:cNvSpPr txBox="1"/>
          <p:nvPr/>
        </p:nvSpPr>
        <p:spPr>
          <a:xfrm>
            <a:off x="695089" y="4511578"/>
            <a:ext cx="26418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153C6A"/>
                </a:solidFill>
                <a:latin typeface=""/>
              </a:rPr>
              <a:t>11- Feature Policy 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720F93BC-3D2D-9B3E-59F1-DB1721981EBC}"/>
              </a:ext>
            </a:extLst>
          </p:cNvPr>
          <p:cNvSpPr/>
          <p:nvPr/>
        </p:nvSpPr>
        <p:spPr>
          <a:xfrm>
            <a:off x="612826" y="6370521"/>
            <a:ext cx="2834574" cy="1560682"/>
          </a:xfrm>
          <a:prstGeom prst="roundRect">
            <a:avLst/>
          </a:prstGeom>
          <a:noFill/>
          <a:ln w="9525">
            <a:solidFill>
              <a:srgbClr val="428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3EE2FF-E935-FF5A-5A0E-6B3DCBC0C5B7}"/>
              </a:ext>
            </a:extLst>
          </p:cNvPr>
          <p:cNvSpPr/>
          <p:nvPr/>
        </p:nvSpPr>
        <p:spPr>
          <a:xfrm>
            <a:off x="695093" y="6810795"/>
            <a:ext cx="2641889" cy="986755"/>
          </a:xfrm>
          <a:prstGeom prst="rect">
            <a:avLst/>
          </a:prstGeom>
          <a:solidFill>
            <a:srgbClr val="5DC9CE"/>
          </a:solidFill>
          <a:ln>
            <a:solidFill>
              <a:srgbClr val="428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53C6A"/>
                </a:solidFill>
                <a:latin typeface=""/>
              </a:rPr>
              <a:t>Median Imputation on train only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53C6A"/>
                </a:solidFill>
                <a:latin typeface=""/>
              </a:rPr>
              <a:t>Standard scaling on train only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53C6A"/>
                </a:solidFill>
                <a:latin typeface=""/>
              </a:rPr>
              <a:t>Binary fill after missingness flags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35A188-C89B-8964-5E6E-C6C3AACB4D7B}"/>
              </a:ext>
            </a:extLst>
          </p:cNvPr>
          <p:cNvSpPr txBox="1"/>
          <p:nvPr/>
        </p:nvSpPr>
        <p:spPr>
          <a:xfrm>
            <a:off x="695093" y="6462825"/>
            <a:ext cx="26418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153C6A"/>
                </a:solidFill>
                <a:latin typeface=""/>
              </a:rPr>
              <a:t>Train-Only Preprocessing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DB7308C6-7A8B-398C-0BF3-0F4B4A9C71D3}"/>
              </a:ext>
            </a:extLst>
          </p:cNvPr>
          <p:cNvSpPr/>
          <p:nvPr/>
        </p:nvSpPr>
        <p:spPr>
          <a:xfrm>
            <a:off x="612826" y="8116729"/>
            <a:ext cx="2834574" cy="1615292"/>
          </a:xfrm>
          <a:prstGeom prst="roundRect">
            <a:avLst/>
          </a:prstGeom>
          <a:noFill/>
          <a:ln w="9525">
            <a:solidFill>
              <a:srgbClr val="428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203AD60-DE22-7381-C80A-94C66C66BCAB}"/>
              </a:ext>
            </a:extLst>
          </p:cNvPr>
          <p:cNvSpPr/>
          <p:nvPr/>
        </p:nvSpPr>
        <p:spPr>
          <a:xfrm>
            <a:off x="704315" y="8459635"/>
            <a:ext cx="2632667" cy="1143432"/>
          </a:xfrm>
          <a:prstGeom prst="rect">
            <a:avLst/>
          </a:prstGeom>
          <a:solidFill>
            <a:srgbClr val="5DC9CE"/>
          </a:solidFill>
          <a:ln>
            <a:solidFill>
              <a:srgbClr val="428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53C6A"/>
                </a:solidFill>
                <a:latin typeface=""/>
              </a:rPr>
              <a:t>Stratified 70/10/20 Split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53C6A"/>
                </a:solidFill>
                <a:latin typeface=""/>
              </a:rPr>
              <a:t>Saved split indices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53C6A"/>
                </a:solidFill>
                <a:latin typeface=""/>
              </a:rPr>
              <a:t>Fixed seeds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53C6A"/>
                </a:solidFill>
                <a:latin typeface=""/>
              </a:rPr>
              <a:t>No test-time preprocessing fit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A645F60-405B-9394-522C-64F05A42DD8E}"/>
              </a:ext>
            </a:extLst>
          </p:cNvPr>
          <p:cNvSpPr txBox="1"/>
          <p:nvPr/>
        </p:nvSpPr>
        <p:spPr>
          <a:xfrm>
            <a:off x="704315" y="8191076"/>
            <a:ext cx="26326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153C6A"/>
                </a:solidFill>
                <a:latin typeface=""/>
              </a:rPr>
              <a:t>Split Policy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EACBDB2-E074-ADC8-F642-A1DC2697F322}"/>
              </a:ext>
            </a:extLst>
          </p:cNvPr>
          <p:cNvSpPr/>
          <p:nvPr/>
        </p:nvSpPr>
        <p:spPr>
          <a:xfrm>
            <a:off x="4130468" y="2082626"/>
            <a:ext cx="2587701" cy="531628"/>
          </a:xfrm>
          <a:prstGeom prst="rect">
            <a:avLst/>
          </a:prstGeom>
          <a:ln>
            <a:solidFill>
              <a:srgbClr val="104F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"/>
              </a:rPr>
              <a:t>Graph construction and split control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A313227-A9AF-8334-52DB-8E64BCB38999}"/>
              </a:ext>
            </a:extLst>
          </p:cNvPr>
          <p:cNvSpPr/>
          <p:nvPr/>
        </p:nvSpPr>
        <p:spPr>
          <a:xfrm>
            <a:off x="4130469" y="2614264"/>
            <a:ext cx="2587699" cy="3480223"/>
          </a:xfrm>
          <a:prstGeom prst="rect">
            <a:avLst/>
          </a:prstGeom>
          <a:solidFill>
            <a:srgbClr val="F2F5F6"/>
          </a:solidFill>
          <a:ln>
            <a:solidFill>
              <a:srgbClr val="347E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53C6A"/>
                </a:solidFill>
                <a:latin typeface=""/>
              </a:rPr>
              <a:t>similarity-induced user graph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53C6A"/>
                </a:solidFill>
                <a:latin typeface=""/>
              </a:rPr>
              <a:t>k-NN graph construction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53C6A"/>
                </a:solidFill>
                <a:latin typeface=""/>
              </a:rPr>
              <a:t>default metric: cosine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53C6A"/>
                </a:solidFill>
                <a:latin typeface=""/>
              </a:rPr>
              <a:t>default neighborhood: k = 5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53C6A"/>
                </a:solidFill>
                <a:latin typeface=""/>
              </a:rPr>
              <a:t>sensitivity settings: k ∈ {3, 5, 10}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53C6A"/>
                </a:solidFill>
                <a:latin typeface=""/>
              </a:rPr>
              <a:t>distance metrics: cosine, </a:t>
            </a:r>
            <a:r>
              <a:rPr lang="en-US" sz="1200" dirty="0" err="1">
                <a:solidFill>
                  <a:srgbClr val="153C6A"/>
                </a:solidFill>
                <a:latin typeface=""/>
              </a:rPr>
              <a:t>euclidean</a:t>
            </a:r>
            <a:r>
              <a:rPr lang="en-US" sz="1200" dirty="0">
                <a:solidFill>
                  <a:srgbClr val="153C6A"/>
                </a:solidFill>
                <a:latin typeface="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53C6A"/>
                </a:solidFill>
                <a:latin typeface=""/>
              </a:rPr>
              <a:t>explicit train/validation/test masks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53C6A"/>
                </a:solidFill>
                <a:latin typeface=""/>
              </a:rPr>
              <a:t>controlled graph protocol 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690F80D-88BA-3F2C-00C2-A65FD579ADA1}"/>
              </a:ext>
            </a:extLst>
          </p:cNvPr>
          <p:cNvSpPr/>
          <p:nvPr/>
        </p:nvSpPr>
        <p:spPr>
          <a:xfrm>
            <a:off x="4130469" y="6243540"/>
            <a:ext cx="2587699" cy="1733052"/>
          </a:xfrm>
          <a:prstGeom prst="rect">
            <a:avLst/>
          </a:prstGeom>
          <a:solidFill>
            <a:srgbClr val="F2F5F6"/>
          </a:solidFill>
          <a:ln>
            <a:solidFill>
              <a:srgbClr val="347E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sz="1200" dirty="0">
              <a:solidFill>
                <a:srgbClr val="153C6A"/>
              </a:solidFill>
              <a:latin typeface="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F0DD7E9-7ABF-7B90-C64D-F6AB24F6D9C8}"/>
              </a:ext>
            </a:extLst>
          </p:cNvPr>
          <p:cNvSpPr/>
          <p:nvPr/>
        </p:nvSpPr>
        <p:spPr>
          <a:xfrm>
            <a:off x="4185846" y="6403349"/>
            <a:ext cx="232860" cy="23286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4DE018B1-4EB7-8327-4768-FD387A1F5679}"/>
              </a:ext>
            </a:extLst>
          </p:cNvPr>
          <p:cNvSpPr/>
          <p:nvPr/>
        </p:nvSpPr>
        <p:spPr>
          <a:xfrm>
            <a:off x="4465762" y="6963945"/>
            <a:ext cx="232860" cy="23286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486ED54-9D9D-B459-A7E1-989663358930}"/>
              </a:ext>
            </a:extLst>
          </p:cNvPr>
          <p:cNvSpPr/>
          <p:nvPr/>
        </p:nvSpPr>
        <p:spPr>
          <a:xfrm>
            <a:off x="5966148" y="7443053"/>
            <a:ext cx="232860" cy="23286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174553F-1994-41EB-A801-B1EF20902818}"/>
              </a:ext>
            </a:extLst>
          </p:cNvPr>
          <p:cNvSpPr/>
          <p:nvPr/>
        </p:nvSpPr>
        <p:spPr>
          <a:xfrm>
            <a:off x="4706080" y="6645871"/>
            <a:ext cx="232860" cy="232860"/>
          </a:xfrm>
          <a:prstGeom prst="ellipse">
            <a:avLst/>
          </a:prstGeom>
          <a:solidFill>
            <a:srgbClr val="347E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6C75B8FE-BE77-3B3A-AA59-285B6B9BE24C}"/>
              </a:ext>
            </a:extLst>
          </p:cNvPr>
          <p:cNvSpPr/>
          <p:nvPr/>
        </p:nvSpPr>
        <p:spPr>
          <a:xfrm>
            <a:off x="4251033" y="7500241"/>
            <a:ext cx="232860" cy="232860"/>
          </a:xfrm>
          <a:prstGeom prst="ellipse">
            <a:avLst/>
          </a:prstGeom>
          <a:solidFill>
            <a:srgbClr val="347E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6AE44415-8355-AAE5-AE57-67898902DA67}"/>
              </a:ext>
            </a:extLst>
          </p:cNvPr>
          <p:cNvSpPr/>
          <p:nvPr/>
        </p:nvSpPr>
        <p:spPr>
          <a:xfrm>
            <a:off x="6468469" y="6410056"/>
            <a:ext cx="232860" cy="232860"/>
          </a:xfrm>
          <a:prstGeom prst="ellipse">
            <a:avLst/>
          </a:prstGeom>
          <a:solidFill>
            <a:srgbClr val="347E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F959458-02F1-117A-C2B5-3C76B4C7A1F5}"/>
              </a:ext>
            </a:extLst>
          </p:cNvPr>
          <p:cNvSpPr/>
          <p:nvPr/>
        </p:nvSpPr>
        <p:spPr>
          <a:xfrm>
            <a:off x="5363020" y="7563130"/>
            <a:ext cx="232860" cy="232860"/>
          </a:xfrm>
          <a:prstGeom prst="ellipse">
            <a:avLst/>
          </a:prstGeom>
          <a:solidFill>
            <a:srgbClr val="428C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C83DC197-70D1-1F52-674D-A78FAF2AFA3E}"/>
              </a:ext>
            </a:extLst>
          </p:cNvPr>
          <p:cNvSpPr/>
          <p:nvPr/>
        </p:nvSpPr>
        <p:spPr>
          <a:xfrm>
            <a:off x="5199019" y="6962230"/>
            <a:ext cx="232860" cy="232860"/>
          </a:xfrm>
          <a:prstGeom prst="ellipse">
            <a:avLst/>
          </a:prstGeom>
          <a:solidFill>
            <a:srgbClr val="428C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1F9DCDA4-8895-064C-6842-E9B04E27DCFC}"/>
              </a:ext>
            </a:extLst>
          </p:cNvPr>
          <p:cNvSpPr/>
          <p:nvPr/>
        </p:nvSpPr>
        <p:spPr>
          <a:xfrm>
            <a:off x="5629491" y="6417655"/>
            <a:ext cx="232860" cy="232860"/>
          </a:xfrm>
          <a:prstGeom prst="ellipse">
            <a:avLst/>
          </a:prstGeom>
          <a:solidFill>
            <a:srgbClr val="428C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1A838D82-9943-2DED-148A-BF6F6F4BAB0E}"/>
              </a:ext>
            </a:extLst>
          </p:cNvPr>
          <p:cNvSpPr/>
          <p:nvPr/>
        </p:nvSpPr>
        <p:spPr>
          <a:xfrm>
            <a:off x="5849718" y="6906912"/>
            <a:ext cx="232860" cy="23286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ABC9737F-3065-3962-64B4-E549AAE7143F}"/>
              </a:ext>
            </a:extLst>
          </p:cNvPr>
          <p:cNvSpPr/>
          <p:nvPr/>
        </p:nvSpPr>
        <p:spPr>
          <a:xfrm>
            <a:off x="6061437" y="6480127"/>
            <a:ext cx="232860" cy="23286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3B1A500A-1700-35D4-6C59-E23E981D6D64}"/>
              </a:ext>
            </a:extLst>
          </p:cNvPr>
          <p:cNvSpPr/>
          <p:nvPr/>
        </p:nvSpPr>
        <p:spPr>
          <a:xfrm>
            <a:off x="5131659" y="6405914"/>
            <a:ext cx="232860" cy="23286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08FB7027-663E-91D1-AC10-BAD1DFB5D64F}"/>
              </a:ext>
            </a:extLst>
          </p:cNvPr>
          <p:cNvSpPr/>
          <p:nvPr/>
        </p:nvSpPr>
        <p:spPr>
          <a:xfrm>
            <a:off x="6468469" y="7628135"/>
            <a:ext cx="232860" cy="23286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8D8B584E-A0EE-59BF-9F11-62EBB571469B}"/>
              </a:ext>
            </a:extLst>
          </p:cNvPr>
          <p:cNvSpPr/>
          <p:nvPr/>
        </p:nvSpPr>
        <p:spPr>
          <a:xfrm>
            <a:off x="6459127" y="6976179"/>
            <a:ext cx="232860" cy="23286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92496959-EE20-B58C-60FB-1DCEBAC0F55F}"/>
              </a:ext>
            </a:extLst>
          </p:cNvPr>
          <p:cNvSpPr/>
          <p:nvPr/>
        </p:nvSpPr>
        <p:spPr>
          <a:xfrm>
            <a:off x="4840278" y="7377952"/>
            <a:ext cx="232860" cy="23286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D4B6DBD-1A60-DE63-F378-A1A9E0C46C38}"/>
              </a:ext>
            </a:extLst>
          </p:cNvPr>
          <p:cNvCxnSpPr>
            <a:cxnSpLocks/>
            <a:stCxn id="27" idx="6"/>
            <a:endCxn id="30" idx="1"/>
          </p:cNvCxnSpPr>
          <p:nvPr/>
        </p:nvCxnSpPr>
        <p:spPr>
          <a:xfrm>
            <a:off x="4418706" y="6519779"/>
            <a:ext cx="321476" cy="16019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B11BB741-532B-E297-4CF2-27522EAA1A5A}"/>
              </a:ext>
            </a:extLst>
          </p:cNvPr>
          <p:cNvCxnSpPr>
            <a:cxnSpLocks/>
            <a:stCxn id="31" idx="0"/>
            <a:endCxn id="28" idx="3"/>
          </p:cNvCxnSpPr>
          <p:nvPr/>
        </p:nvCxnSpPr>
        <p:spPr>
          <a:xfrm flipV="1">
            <a:off x="4367474" y="7162703"/>
            <a:ext cx="132401" cy="3375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ED0E26EC-11D9-0606-E48A-6282C09A20B7}"/>
              </a:ext>
            </a:extLst>
          </p:cNvPr>
          <p:cNvCxnSpPr>
            <a:cxnSpLocks/>
            <a:stCxn id="31" idx="6"/>
          </p:cNvCxnSpPr>
          <p:nvPr/>
        </p:nvCxnSpPr>
        <p:spPr>
          <a:xfrm flipV="1">
            <a:off x="4483893" y="7559483"/>
            <a:ext cx="373862" cy="571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CE361DD-278B-CE46-B46E-B6DC2454CC95}"/>
              </a:ext>
            </a:extLst>
          </p:cNvPr>
          <p:cNvCxnSpPr>
            <a:cxnSpLocks/>
            <a:stCxn id="28" idx="7"/>
            <a:endCxn id="30" idx="3"/>
          </p:cNvCxnSpPr>
          <p:nvPr/>
        </p:nvCxnSpPr>
        <p:spPr>
          <a:xfrm flipV="1">
            <a:off x="4664520" y="6844629"/>
            <a:ext cx="75662" cy="153418"/>
          </a:xfrm>
          <a:prstGeom prst="line">
            <a:avLst/>
          </a:prstGeom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4619EAA1-BB2E-AF37-8802-DFE487BF7192}"/>
              </a:ext>
            </a:extLst>
          </p:cNvPr>
          <p:cNvCxnSpPr>
            <a:cxnSpLocks/>
            <a:endCxn id="29" idx="1"/>
          </p:cNvCxnSpPr>
          <p:nvPr/>
        </p:nvCxnSpPr>
        <p:spPr>
          <a:xfrm>
            <a:off x="5379468" y="7160996"/>
            <a:ext cx="620793" cy="316167"/>
          </a:xfrm>
          <a:prstGeom prst="line">
            <a:avLst/>
          </a:prstGeom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0185BE86-588A-7BC9-5722-016CB2A5E03C}"/>
              </a:ext>
            </a:extLst>
          </p:cNvPr>
          <p:cNvCxnSpPr>
            <a:cxnSpLocks/>
            <a:stCxn id="43" idx="7"/>
            <a:endCxn id="34" idx="3"/>
          </p:cNvCxnSpPr>
          <p:nvPr/>
        </p:nvCxnSpPr>
        <p:spPr>
          <a:xfrm flipV="1">
            <a:off x="5039047" y="7160988"/>
            <a:ext cx="194085" cy="251066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4D5FEAA9-1A13-FC9B-8F12-812452C84F38}"/>
              </a:ext>
            </a:extLst>
          </p:cNvPr>
          <p:cNvCxnSpPr>
            <a:cxnSpLocks/>
            <a:stCxn id="43" idx="5"/>
            <a:endCxn id="33" idx="2"/>
          </p:cNvCxnSpPr>
          <p:nvPr/>
        </p:nvCxnSpPr>
        <p:spPr>
          <a:xfrm>
            <a:off x="5039036" y="7576710"/>
            <a:ext cx="323984" cy="10285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2AC0DA74-1C62-E224-AEF4-8A147622ABAC}"/>
              </a:ext>
            </a:extLst>
          </p:cNvPr>
          <p:cNvCxnSpPr>
            <a:cxnSpLocks/>
            <a:stCxn id="30" idx="7"/>
            <a:endCxn id="38" idx="2"/>
          </p:cNvCxnSpPr>
          <p:nvPr/>
        </p:nvCxnSpPr>
        <p:spPr>
          <a:xfrm flipV="1">
            <a:off x="4904849" y="6522355"/>
            <a:ext cx="226821" cy="157629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287115C5-36CB-6930-9B97-1712F1DC2D52}"/>
              </a:ext>
            </a:extLst>
          </p:cNvPr>
          <p:cNvCxnSpPr>
            <a:cxnSpLocks/>
            <a:stCxn id="30" idx="5"/>
            <a:endCxn id="34" idx="1"/>
          </p:cNvCxnSpPr>
          <p:nvPr/>
        </p:nvCxnSpPr>
        <p:spPr>
          <a:xfrm>
            <a:off x="4904849" y="6844640"/>
            <a:ext cx="328283" cy="151703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3CE4AE5E-6A00-02C1-DF23-99F070A07839}"/>
              </a:ext>
            </a:extLst>
          </p:cNvPr>
          <p:cNvCxnSpPr>
            <a:cxnSpLocks/>
            <a:stCxn id="35" idx="6"/>
            <a:endCxn id="37" idx="2"/>
          </p:cNvCxnSpPr>
          <p:nvPr/>
        </p:nvCxnSpPr>
        <p:spPr>
          <a:xfrm>
            <a:off x="5862351" y="6534085"/>
            <a:ext cx="199086" cy="62472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5A49279D-40D9-B86E-41BE-46933BB7AC49}"/>
              </a:ext>
            </a:extLst>
          </p:cNvPr>
          <p:cNvCxnSpPr>
            <a:cxnSpLocks/>
            <a:stCxn id="27" idx="4"/>
            <a:endCxn id="28" idx="1"/>
          </p:cNvCxnSpPr>
          <p:nvPr/>
        </p:nvCxnSpPr>
        <p:spPr>
          <a:xfrm>
            <a:off x="4302276" y="6636209"/>
            <a:ext cx="197588" cy="3618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BC02F8F4-F930-30F0-53AF-C97C9E95441E}"/>
              </a:ext>
            </a:extLst>
          </p:cNvPr>
          <p:cNvCxnSpPr>
            <a:cxnSpLocks/>
            <a:stCxn id="28" idx="5"/>
            <a:endCxn id="43" idx="1"/>
          </p:cNvCxnSpPr>
          <p:nvPr/>
        </p:nvCxnSpPr>
        <p:spPr>
          <a:xfrm>
            <a:off x="4664520" y="7162711"/>
            <a:ext cx="209860" cy="249351"/>
          </a:xfrm>
          <a:prstGeom prst="line">
            <a:avLst/>
          </a:prstGeom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59C4CCB5-3676-B745-603C-4D4E9C6248C5}"/>
              </a:ext>
            </a:extLst>
          </p:cNvPr>
          <p:cNvCxnSpPr>
            <a:cxnSpLocks/>
            <a:stCxn id="38" idx="6"/>
            <a:endCxn id="35" idx="2"/>
          </p:cNvCxnSpPr>
          <p:nvPr/>
        </p:nvCxnSpPr>
        <p:spPr>
          <a:xfrm>
            <a:off x="5364519" y="6522355"/>
            <a:ext cx="264972" cy="11741"/>
          </a:xfrm>
          <a:prstGeom prst="line">
            <a:avLst/>
          </a:prstGeom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E775BACF-25F2-5EC4-5CF8-508B99B489C0}"/>
              </a:ext>
            </a:extLst>
          </p:cNvPr>
          <p:cNvCxnSpPr>
            <a:cxnSpLocks/>
            <a:stCxn id="34" idx="7"/>
            <a:endCxn id="35" idx="3"/>
          </p:cNvCxnSpPr>
          <p:nvPr/>
        </p:nvCxnSpPr>
        <p:spPr>
          <a:xfrm flipV="1">
            <a:off x="5397777" y="6616424"/>
            <a:ext cx="265816" cy="379919"/>
          </a:xfrm>
          <a:prstGeom prst="line">
            <a:avLst/>
          </a:prstGeom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56BEA627-A41F-C64A-D194-4EF9C9054FF4}"/>
              </a:ext>
            </a:extLst>
          </p:cNvPr>
          <p:cNvCxnSpPr>
            <a:cxnSpLocks/>
            <a:stCxn id="34" idx="6"/>
            <a:endCxn id="36" idx="2"/>
          </p:cNvCxnSpPr>
          <p:nvPr/>
        </p:nvCxnSpPr>
        <p:spPr>
          <a:xfrm flipV="1">
            <a:off x="5431890" y="7023342"/>
            <a:ext cx="417839" cy="55318"/>
          </a:xfrm>
          <a:prstGeom prst="line">
            <a:avLst/>
          </a:prstGeom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13F088D3-CA94-B5A5-32FF-61DC7AEF0022}"/>
              </a:ext>
            </a:extLst>
          </p:cNvPr>
          <p:cNvCxnSpPr>
            <a:cxnSpLocks/>
            <a:stCxn id="33" idx="6"/>
            <a:endCxn id="29" idx="2"/>
          </p:cNvCxnSpPr>
          <p:nvPr/>
        </p:nvCxnSpPr>
        <p:spPr>
          <a:xfrm flipV="1">
            <a:off x="5595880" y="7559491"/>
            <a:ext cx="370268" cy="1200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DB89B2D3-997E-9D73-809D-38CA697E8178}"/>
              </a:ext>
            </a:extLst>
          </p:cNvPr>
          <p:cNvCxnSpPr>
            <a:cxnSpLocks/>
            <a:stCxn id="37" idx="6"/>
            <a:endCxn id="32" idx="2"/>
          </p:cNvCxnSpPr>
          <p:nvPr/>
        </p:nvCxnSpPr>
        <p:spPr>
          <a:xfrm flipV="1">
            <a:off x="6294297" y="6526497"/>
            <a:ext cx="174172" cy="7007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86D6B8BC-8AB4-DC0A-B005-F35EA285C36C}"/>
              </a:ext>
            </a:extLst>
          </p:cNvPr>
          <p:cNvCxnSpPr>
            <a:cxnSpLocks/>
            <a:stCxn id="36" idx="6"/>
            <a:endCxn id="42" idx="2"/>
          </p:cNvCxnSpPr>
          <p:nvPr/>
        </p:nvCxnSpPr>
        <p:spPr>
          <a:xfrm>
            <a:off x="6082589" y="7023350"/>
            <a:ext cx="376549" cy="692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A696A72A-508E-CC95-E7C1-C52945BD8A31}"/>
              </a:ext>
            </a:extLst>
          </p:cNvPr>
          <p:cNvCxnSpPr>
            <a:cxnSpLocks/>
            <a:stCxn id="37" idx="5"/>
            <a:endCxn id="42" idx="0"/>
          </p:cNvCxnSpPr>
          <p:nvPr/>
        </p:nvCxnSpPr>
        <p:spPr>
          <a:xfrm>
            <a:off x="6260195" y="6678885"/>
            <a:ext cx="315362" cy="29729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4325B1B9-7B1D-F10F-FBB6-FA2BA5835A5C}"/>
              </a:ext>
            </a:extLst>
          </p:cNvPr>
          <p:cNvCxnSpPr>
            <a:cxnSpLocks/>
            <a:stCxn id="29" idx="6"/>
            <a:endCxn id="39" idx="1"/>
          </p:cNvCxnSpPr>
          <p:nvPr/>
        </p:nvCxnSpPr>
        <p:spPr>
          <a:xfrm>
            <a:off x="6199019" y="7559483"/>
            <a:ext cx="303563" cy="102754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570C02F1-6783-EB35-D4E7-6D749C1BFFC0}"/>
              </a:ext>
            </a:extLst>
          </p:cNvPr>
          <p:cNvCxnSpPr>
            <a:cxnSpLocks/>
            <a:stCxn id="29" idx="7"/>
            <a:endCxn id="42" idx="3"/>
          </p:cNvCxnSpPr>
          <p:nvPr/>
        </p:nvCxnSpPr>
        <p:spPr>
          <a:xfrm flipV="1">
            <a:off x="6164917" y="7174937"/>
            <a:ext cx="328323" cy="302218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E829B68A-CEDF-0343-2C08-B09A287E0F37}"/>
              </a:ext>
            </a:extLst>
          </p:cNvPr>
          <p:cNvCxnSpPr>
            <a:cxnSpLocks/>
            <a:stCxn id="36" idx="4"/>
            <a:endCxn id="29" idx="0"/>
          </p:cNvCxnSpPr>
          <p:nvPr/>
        </p:nvCxnSpPr>
        <p:spPr>
          <a:xfrm>
            <a:off x="5966148" y="7139780"/>
            <a:ext cx="116430" cy="30328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58D7926D-D5BB-F09D-F5AB-8BA0C2272A05}"/>
              </a:ext>
            </a:extLst>
          </p:cNvPr>
          <p:cNvCxnSpPr>
            <a:cxnSpLocks/>
            <a:stCxn id="36" idx="0"/>
            <a:endCxn id="37" idx="3"/>
          </p:cNvCxnSpPr>
          <p:nvPr/>
        </p:nvCxnSpPr>
        <p:spPr>
          <a:xfrm flipV="1">
            <a:off x="5966159" y="6678896"/>
            <a:ext cx="129391" cy="22802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E131482D-5747-190D-5DF5-C62C49602AB6}"/>
              </a:ext>
            </a:extLst>
          </p:cNvPr>
          <p:cNvSpPr txBox="1"/>
          <p:nvPr/>
        </p:nvSpPr>
        <p:spPr>
          <a:xfrm>
            <a:off x="514627" y="9871631"/>
            <a:ext cx="3031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Leakage-aware protocol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E3EE4C89-6656-D0DF-9BBD-CC10A849F1FD}"/>
              </a:ext>
            </a:extLst>
          </p:cNvPr>
          <p:cNvSpPr txBox="1"/>
          <p:nvPr/>
        </p:nvSpPr>
        <p:spPr>
          <a:xfrm>
            <a:off x="4130468" y="8075126"/>
            <a:ext cx="25876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Behavioral similarity graph</a:t>
            </a: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F42A904D-7AA6-6AEF-3E81-80B0EA4FD5D9}"/>
              </a:ext>
            </a:extLst>
          </p:cNvPr>
          <p:cNvSpPr/>
          <p:nvPr/>
        </p:nvSpPr>
        <p:spPr>
          <a:xfrm>
            <a:off x="7308371" y="415654"/>
            <a:ext cx="8896977" cy="531628"/>
          </a:xfrm>
          <a:prstGeom prst="rect">
            <a:avLst/>
          </a:prstGeom>
          <a:solidFill>
            <a:schemeClr val="accent2"/>
          </a:solidFill>
          <a:ln>
            <a:solidFill>
              <a:srgbClr val="428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"/>
              </a:rPr>
              <a:t>Model development</a:t>
            </a: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8F89DCE0-CFB9-59CF-26D7-DF406772F9DE}"/>
              </a:ext>
            </a:extLst>
          </p:cNvPr>
          <p:cNvSpPr/>
          <p:nvPr/>
        </p:nvSpPr>
        <p:spPr>
          <a:xfrm>
            <a:off x="7308371" y="947282"/>
            <a:ext cx="8896977" cy="188440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sz="1200" dirty="0">
              <a:solidFill>
                <a:schemeClr val="tx1"/>
              </a:solidFill>
              <a:latin typeface=""/>
            </a:endParaRPr>
          </a:p>
        </p:txBody>
      </p:sp>
      <p:sp>
        <p:nvSpPr>
          <p:cNvPr id="179" name="Rounded Rectangle 178">
            <a:extLst>
              <a:ext uri="{FF2B5EF4-FFF2-40B4-BE49-F238E27FC236}">
                <a16:creationId xmlns:a16="http://schemas.microsoft.com/office/drawing/2014/main" id="{1A37B65F-87F5-0F74-7F86-00598CDA679E}"/>
              </a:ext>
            </a:extLst>
          </p:cNvPr>
          <p:cNvSpPr/>
          <p:nvPr/>
        </p:nvSpPr>
        <p:spPr>
          <a:xfrm>
            <a:off x="7374900" y="1086044"/>
            <a:ext cx="2724151" cy="1615286"/>
          </a:xfrm>
          <a:prstGeom prst="roundRect">
            <a:avLst/>
          </a:prstGeom>
          <a:noFill/>
          <a:ln w="952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A669AE6E-54EF-344E-F7A4-5AE2B7095EA4}"/>
              </a:ext>
            </a:extLst>
          </p:cNvPr>
          <p:cNvSpPr/>
          <p:nvPr/>
        </p:nvSpPr>
        <p:spPr>
          <a:xfrm>
            <a:off x="7485583" y="1441386"/>
            <a:ext cx="2541181" cy="115225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53C6A"/>
                </a:solidFill>
                <a:latin typeface=""/>
              </a:rPr>
              <a:t>Logistic Regression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53C6A"/>
                </a:solidFill>
                <a:latin typeface=""/>
              </a:rPr>
              <a:t>Random Forest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153C6A"/>
                </a:solidFill>
                <a:latin typeface=""/>
              </a:rPr>
              <a:t>HistGradientBoosting</a:t>
            </a:r>
            <a:endParaRPr lang="en-US" sz="1200" dirty="0">
              <a:solidFill>
                <a:srgbClr val="153C6A"/>
              </a:solidFill>
              <a:latin typeface="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153C6A"/>
                </a:solidFill>
                <a:latin typeface=""/>
              </a:rPr>
              <a:t>LightGBM</a:t>
            </a:r>
            <a:r>
              <a:rPr lang="en-US" sz="1200" dirty="0">
                <a:solidFill>
                  <a:srgbClr val="153C6A"/>
                </a:solidFill>
                <a:latin typeface=""/>
              </a:rPr>
              <a:t>-like baseline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7D4B3FF0-2CAF-EB07-90D0-D7C6EF2003C2}"/>
              </a:ext>
            </a:extLst>
          </p:cNvPr>
          <p:cNvSpPr txBox="1"/>
          <p:nvPr/>
        </p:nvSpPr>
        <p:spPr>
          <a:xfrm>
            <a:off x="8100537" y="1163777"/>
            <a:ext cx="13113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153C6A"/>
                </a:solidFill>
                <a:latin typeface=""/>
              </a:rPr>
              <a:t>Tabular models</a:t>
            </a:r>
          </a:p>
        </p:txBody>
      </p:sp>
      <p:sp>
        <p:nvSpPr>
          <p:cNvPr id="182" name="Rounded Rectangle 181">
            <a:extLst>
              <a:ext uri="{FF2B5EF4-FFF2-40B4-BE49-F238E27FC236}">
                <a16:creationId xmlns:a16="http://schemas.microsoft.com/office/drawing/2014/main" id="{A7D28998-31F7-253E-378C-480EB79D2E34}"/>
              </a:ext>
            </a:extLst>
          </p:cNvPr>
          <p:cNvSpPr/>
          <p:nvPr/>
        </p:nvSpPr>
        <p:spPr>
          <a:xfrm>
            <a:off x="10392470" y="1086044"/>
            <a:ext cx="2724151" cy="1615286"/>
          </a:xfrm>
          <a:prstGeom prst="roundRect">
            <a:avLst/>
          </a:prstGeom>
          <a:noFill/>
          <a:ln w="952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C311A4D7-5D4E-F126-7599-297971DEF00A}"/>
              </a:ext>
            </a:extLst>
          </p:cNvPr>
          <p:cNvSpPr/>
          <p:nvPr/>
        </p:nvSpPr>
        <p:spPr>
          <a:xfrm>
            <a:off x="10523075" y="1458120"/>
            <a:ext cx="2450673" cy="113301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53C6A"/>
                </a:solidFill>
                <a:latin typeface=""/>
              </a:rPr>
              <a:t>GCN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153C6A"/>
                </a:solidFill>
                <a:latin typeface=""/>
              </a:rPr>
              <a:t>GraphSAGE</a:t>
            </a:r>
            <a:endParaRPr lang="en-US" sz="1200" dirty="0">
              <a:solidFill>
                <a:srgbClr val="153C6A"/>
              </a:solidFill>
              <a:latin typeface="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53C6A"/>
                </a:solidFill>
                <a:latin typeface=""/>
              </a:rPr>
              <a:t>GAT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8CA68062-577A-D3A9-F6D1-445E51C95B7F}"/>
              </a:ext>
            </a:extLst>
          </p:cNvPr>
          <p:cNvSpPr txBox="1"/>
          <p:nvPr/>
        </p:nvSpPr>
        <p:spPr>
          <a:xfrm>
            <a:off x="10915966" y="1178348"/>
            <a:ext cx="17155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153C6A"/>
                </a:solidFill>
                <a:latin typeface=""/>
              </a:rPr>
              <a:t>Graph-based models</a:t>
            </a:r>
          </a:p>
        </p:txBody>
      </p:sp>
      <p:sp>
        <p:nvSpPr>
          <p:cNvPr id="185" name="Rounded Rectangle 184">
            <a:extLst>
              <a:ext uri="{FF2B5EF4-FFF2-40B4-BE49-F238E27FC236}">
                <a16:creationId xmlns:a16="http://schemas.microsoft.com/office/drawing/2014/main" id="{690B6165-E8BE-140A-0AEB-156C0D620493}"/>
              </a:ext>
            </a:extLst>
          </p:cNvPr>
          <p:cNvSpPr/>
          <p:nvPr/>
        </p:nvSpPr>
        <p:spPr>
          <a:xfrm>
            <a:off x="13397773" y="1086037"/>
            <a:ext cx="2724151" cy="1615292"/>
          </a:xfrm>
          <a:prstGeom prst="roundRect">
            <a:avLst/>
          </a:prstGeom>
          <a:noFill/>
          <a:ln w="952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9CE40F31-2019-06A1-1C4A-F4F807A446E7}"/>
              </a:ext>
            </a:extLst>
          </p:cNvPr>
          <p:cNvSpPr/>
          <p:nvPr/>
        </p:nvSpPr>
        <p:spPr>
          <a:xfrm>
            <a:off x="13509517" y="1456133"/>
            <a:ext cx="2481801" cy="113500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53C6A"/>
                </a:solidFill>
                <a:latin typeface=""/>
              </a:rPr>
              <a:t>Graph embedding extraction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53C6A"/>
                </a:solidFill>
                <a:latin typeface=""/>
              </a:rPr>
              <a:t>Tabular + embedding concatenation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53C6A"/>
                </a:solidFill>
                <a:latin typeface=""/>
              </a:rPr>
              <a:t>Hybrid boosting classifier</a:t>
            </a: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C0414328-6407-A212-DC4B-704D048536DD}"/>
              </a:ext>
            </a:extLst>
          </p:cNvPr>
          <p:cNvSpPr txBox="1"/>
          <p:nvPr/>
        </p:nvSpPr>
        <p:spPr>
          <a:xfrm>
            <a:off x="14170573" y="1160384"/>
            <a:ext cx="11785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153C6A"/>
                </a:solidFill>
                <a:latin typeface=""/>
              </a:rPr>
              <a:t>Hybrid fusion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41ED2564-39E6-F828-5E5A-3975CD8538B8}"/>
              </a:ext>
            </a:extLst>
          </p:cNvPr>
          <p:cNvSpPr txBox="1"/>
          <p:nvPr/>
        </p:nvSpPr>
        <p:spPr>
          <a:xfrm>
            <a:off x="7308371" y="2850445"/>
            <a:ext cx="8896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Common feature policy, common evaluation protocol</a:t>
            </a:r>
          </a:p>
        </p:txBody>
      </p:sp>
      <p:sp>
        <p:nvSpPr>
          <p:cNvPr id="190" name="Oval 189">
            <a:extLst>
              <a:ext uri="{FF2B5EF4-FFF2-40B4-BE49-F238E27FC236}">
                <a16:creationId xmlns:a16="http://schemas.microsoft.com/office/drawing/2014/main" id="{50BF5CA8-B965-1A12-B0E3-A31B8441C4F9}"/>
              </a:ext>
            </a:extLst>
          </p:cNvPr>
          <p:cNvSpPr/>
          <p:nvPr/>
        </p:nvSpPr>
        <p:spPr>
          <a:xfrm>
            <a:off x="102505" y="3398774"/>
            <a:ext cx="593193" cy="59319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91" name="Oval 190">
            <a:extLst>
              <a:ext uri="{FF2B5EF4-FFF2-40B4-BE49-F238E27FC236}">
                <a16:creationId xmlns:a16="http://schemas.microsoft.com/office/drawing/2014/main" id="{607FCF17-1526-F1FA-DE6F-35C7C6D7D64D}"/>
              </a:ext>
            </a:extLst>
          </p:cNvPr>
          <p:cNvSpPr/>
          <p:nvPr/>
        </p:nvSpPr>
        <p:spPr>
          <a:xfrm>
            <a:off x="3840481" y="1702997"/>
            <a:ext cx="593193" cy="59319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A222020F-B706-CBA3-15FA-B84AB7D34620}"/>
              </a:ext>
            </a:extLst>
          </p:cNvPr>
          <p:cNvSpPr/>
          <p:nvPr/>
        </p:nvSpPr>
        <p:spPr>
          <a:xfrm>
            <a:off x="7314365" y="3665152"/>
            <a:ext cx="8896977" cy="531628"/>
          </a:xfrm>
          <a:prstGeom prst="rect">
            <a:avLst/>
          </a:prstGeom>
          <a:solidFill>
            <a:srgbClr val="375D7E"/>
          </a:solidFill>
          <a:ln>
            <a:solidFill>
              <a:srgbClr val="428C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"/>
              </a:rPr>
              <a:t>Research Question-Driven Evaluation</a:t>
            </a:r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F493634B-6F5E-785B-07DE-4871A092C30D}"/>
              </a:ext>
            </a:extLst>
          </p:cNvPr>
          <p:cNvSpPr/>
          <p:nvPr/>
        </p:nvSpPr>
        <p:spPr>
          <a:xfrm>
            <a:off x="7314365" y="4196791"/>
            <a:ext cx="8896977" cy="5545397"/>
          </a:xfrm>
          <a:prstGeom prst="rect">
            <a:avLst/>
          </a:prstGeom>
          <a:solidFill>
            <a:srgbClr val="A9DDFF"/>
          </a:solidFill>
          <a:ln>
            <a:solidFill>
              <a:srgbClr val="375D7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sz="1200" dirty="0">
              <a:solidFill>
                <a:schemeClr val="tx1"/>
              </a:solidFill>
              <a:latin typeface=""/>
            </a:endParaRPr>
          </a:p>
        </p:txBody>
      </p:sp>
      <p:sp>
        <p:nvSpPr>
          <p:cNvPr id="194" name="Rounded Rectangle 193">
            <a:extLst>
              <a:ext uri="{FF2B5EF4-FFF2-40B4-BE49-F238E27FC236}">
                <a16:creationId xmlns:a16="http://schemas.microsoft.com/office/drawing/2014/main" id="{F8F414DE-F9FC-F24C-ECBA-2826AF2E455D}"/>
              </a:ext>
            </a:extLst>
          </p:cNvPr>
          <p:cNvSpPr/>
          <p:nvPr/>
        </p:nvSpPr>
        <p:spPr>
          <a:xfrm>
            <a:off x="7380894" y="4332310"/>
            <a:ext cx="2869779" cy="1618705"/>
          </a:xfrm>
          <a:prstGeom prst="roundRect">
            <a:avLst/>
          </a:prstGeom>
          <a:noFill/>
          <a:ln w="9525">
            <a:solidFill>
              <a:srgbClr val="375D7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ECF864E0-D9A9-DD46-3528-B0A235DE8ED9}"/>
              </a:ext>
            </a:extLst>
          </p:cNvPr>
          <p:cNvSpPr/>
          <p:nvPr/>
        </p:nvSpPr>
        <p:spPr>
          <a:xfrm>
            <a:off x="7544974" y="4678257"/>
            <a:ext cx="2541181" cy="1152251"/>
          </a:xfrm>
          <a:prstGeom prst="rect">
            <a:avLst/>
          </a:prstGeom>
          <a:solidFill>
            <a:srgbClr val="6CBEFF"/>
          </a:solidFill>
          <a:ln>
            <a:solidFill>
              <a:srgbClr val="375D7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53C6A"/>
                </a:solidFill>
                <a:latin typeface=""/>
              </a:rPr>
              <a:t>Legacy vs revised protocol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53C6A"/>
                </a:solidFill>
                <a:latin typeface=""/>
              </a:rPr>
              <a:t>Leakage audit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53C6A"/>
                </a:solidFill>
                <a:latin typeface=""/>
              </a:rPr>
              <a:t>Protocol comparison</a:t>
            </a: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E27E9AF2-4900-CC70-2DFE-65CFA58A0C4D}"/>
              </a:ext>
            </a:extLst>
          </p:cNvPr>
          <p:cNvSpPr txBox="1"/>
          <p:nvPr/>
        </p:nvSpPr>
        <p:spPr>
          <a:xfrm>
            <a:off x="7608558" y="4398082"/>
            <a:ext cx="23791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153C6A"/>
                </a:solidFill>
                <a:latin typeface=""/>
              </a:rPr>
              <a:t>Leakage-aware benchmarking</a:t>
            </a:r>
          </a:p>
        </p:txBody>
      </p:sp>
      <p:sp>
        <p:nvSpPr>
          <p:cNvPr id="197" name="Rounded Rectangle 196">
            <a:extLst>
              <a:ext uri="{FF2B5EF4-FFF2-40B4-BE49-F238E27FC236}">
                <a16:creationId xmlns:a16="http://schemas.microsoft.com/office/drawing/2014/main" id="{585D5EA0-DA82-465B-ED65-5017007C12EA}"/>
              </a:ext>
            </a:extLst>
          </p:cNvPr>
          <p:cNvSpPr/>
          <p:nvPr/>
        </p:nvSpPr>
        <p:spPr>
          <a:xfrm>
            <a:off x="10398454" y="4332299"/>
            <a:ext cx="2834924" cy="1645738"/>
          </a:xfrm>
          <a:prstGeom prst="roundRect">
            <a:avLst/>
          </a:prstGeom>
          <a:noFill/>
          <a:ln w="9525">
            <a:solidFill>
              <a:srgbClr val="375D7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15829A47-2563-8C2B-0670-40633B9BACAA}"/>
              </a:ext>
            </a:extLst>
          </p:cNvPr>
          <p:cNvSpPr/>
          <p:nvPr/>
        </p:nvSpPr>
        <p:spPr>
          <a:xfrm>
            <a:off x="10552692" y="4680280"/>
            <a:ext cx="2541181" cy="1172797"/>
          </a:xfrm>
          <a:prstGeom prst="rect">
            <a:avLst/>
          </a:prstGeom>
          <a:solidFill>
            <a:srgbClr val="6CBEFF"/>
          </a:solidFill>
          <a:ln>
            <a:solidFill>
              <a:srgbClr val="375D7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53C6A"/>
                </a:solidFill>
                <a:latin typeface=""/>
              </a:rPr>
              <a:t>Strong baselines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53C6A"/>
                </a:solidFill>
                <a:latin typeface=""/>
              </a:rPr>
              <a:t>Repeated seeds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53C6A"/>
                </a:solidFill>
                <a:latin typeface=""/>
              </a:rPr>
              <a:t>Graph sensitivity analysis</a:t>
            </a: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B8409AF6-50AB-9FEB-5D79-BE074BB7AEEA}"/>
              </a:ext>
            </a:extLst>
          </p:cNvPr>
          <p:cNvSpPr txBox="1"/>
          <p:nvPr/>
        </p:nvSpPr>
        <p:spPr>
          <a:xfrm>
            <a:off x="10610464" y="4398082"/>
            <a:ext cx="23292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153C6A"/>
                </a:solidFill>
                <a:latin typeface=""/>
              </a:rPr>
              <a:t>Tabular vs graph comparison</a:t>
            </a:r>
          </a:p>
        </p:txBody>
      </p:sp>
      <p:sp>
        <p:nvSpPr>
          <p:cNvPr id="200" name="Rounded Rectangle 199">
            <a:extLst>
              <a:ext uri="{FF2B5EF4-FFF2-40B4-BE49-F238E27FC236}">
                <a16:creationId xmlns:a16="http://schemas.microsoft.com/office/drawing/2014/main" id="{0F805E0D-8A91-F4EE-65A9-8A8413DED0EA}"/>
              </a:ext>
            </a:extLst>
          </p:cNvPr>
          <p:cNvSpPr/>
          <p:nvPr/>
        </p:nvSpPr>
        <p:spPr>
          <a:xfrm>
            <a:off x="13331095" y="4335535"/>
            <a:ext cx="2813214" cy="1628532"/>
          </a:xfrm>
          <a:prstGeom prst="roundRect">
            <a:avLst/>
          </a:prstGeom>
          <a:noFill/>
          <a:ln w="9525">
            <a:solidFill>
              <a:srgbClr val="375D7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3BB7C367-9835-0F67-ECAD-8F4F8C10FFF2}"/>
              </a:ext>
            </a:extLst>
          </p:cNvPr>
          <p:cNvSpPr/>
          <p:nvPr/>
        </p:nvSpPr>
        <p:spPr>
          <a:xfrm>
            <a:off x="13477833" y="4664115"/>
            <a:ext cx="2541181" cy="1177249"/>
          </a:xfrm>
          <a:prstGeom prst="rect">
            <a:avLst/>
          </a:prstGeom>
          <a:solidFill>
            <a:srgbClr val="6CBEFF"/>
          </a:solidFill>
          <a:ln>
            <a:solidFill>
              <a:srgbClr val="375D7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53C6A"/>
                </a:solidFill>
                <a:latin typeface=""/>
              </a:rPr>
              <a:t>50%, 20%, 10%, 5%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53C6A"/>
                </a:solidFill>
                <a:latin typeface=""/>
              </a:rPr>
              <a:t>Threshold tuning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53C6A"/>
                </a:solidFill>
                <a:latin typeface=""/>
              </a:rPr>
              <a:t>Calibration analysis</a:t>
            </a: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355041E9-9FE8-1E17-AC97-C4632D84E010}"/>
              </a:ext>
            </a:extLst>
          </p:cNvPr>
          <p:cNvSpPr txBox="1"/>
          <p:nvPr/>
        </p:nvSpPr>
        <p:spPr>
          <a:xfrm>
            <a:off x="13939558" y="4371956"/>
            <a:ext cx="13628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153C6A"/>
                </a:solidFill>
                <a:latin typeface=""/>
              </a:rPr>
              <a:t>Prevalence shift</a:t>
            </a:r>
          </a:p>
        </p:txBody>
      </p:sp>
      <p:sp>
        <p:nvSpPr>
          <p:cNvPr id="204" name="Rounded Rectangle 203">
            <a:extLst>
              <a:ext uri="{FF2B5EF4-FFF2-40B4-BE49-F238E27FC236}">
                <a16:creationId xmlns:a16="http://schemas.microsoft.com/office/drawing/2014/main" id="{B8528828-1D41-FE4B-4150-636FA0FFBAF9}"/>
              </a:ext>
            </a:extLst>
          </p:cNvPr>
          <p:cNvSpPr/>
          <p:nvPr/>
        </p:nvSpPr>
        <p:spPr>
          <a:xfrm>
            <a:off x="7365552" y="6235275"/>
            <a:ext cx="2831004" cy="1641379"/>
          </a:xfrm>
          <a:prstGeom prst="roundRect">
            <a:avLst/>
          </a:prstGeom>
          <a:noFill/>
          <a:ln w="9525">
            <a:solidFill>
              <a:srgbClr val="375D7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F2439D27-7BAB-159B-0849-36C298EE5761}"/>
              </a:ext>
            </a:extLst>
          </p:cNvPr>
          <p:cNvSpPr/>
          <p:nvPr/>
        </p:nvSpPr>
        <p:spPr>
          <a:xfrm>
            <a:off x="7511082" y="6567081"/>
            <a:ext cx="2541181" cy="1152251"/>
          </a:xfrm>
          <a:prstGeom prst="rect">
            <a:avLst/>
          </a:prstGeom>
          <a:solidFill>
            <a:srgbClr val="6CBEFF"/>
          </a:solidFill>
          <a:ln>
            <a:solidFill>
              <a:srgbClr val="375D7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53C6A"/>
                </a:solidFill>
                <a:latin typeface=""/>
              </a:rPr>
              <a:t>Tabular-only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53C6A"/>
                </a:solidFill>
                <a:latin typeface=""/>
              </a:rPr>
              <a:t>Embedded-only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53C6A"/>
                </a:solidFill>
                <a:latin typeface=""/>
              </a:rPr>
              <a:t>Fused representation</a:t>
            </a: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B0869436-C997-9D5E-17EC-F923FDF7B8FA}"/>
              </a:ext>
            </a:extLst>
          </p:cNvPr>
          <p:cNvSpPr txBox="1"/>
          <p:nvPr/>
        </p:nvSpPr>
        <p:spPr>
          <a:xfrm>
            <a:off x="8086735" y="6290704"/>
            <a:ext cx="12218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153C6A"/>
                </a:solidFill>
                <a:latin typeface=""/>
              </a:rPr>
              <a:t>Hybrid Fusion</a:t>
            </a:r>
          </a:p>
        </p:txBody>
      </p:sp>
      <p:sp>
        <p:nvSpPr>
          <p:cNvPr id="207" name="Rounded Rectangle 206">
            <a:extLst>
              <a:ext uri="{FF2B5EF4-FFF2-40B4-BE49-F238E27FC236}">
                <a16:creationId xmlns:a16="http://schemas.microsoft.com/office/drawing/2014/main" id="{166E4FFA-30E2-4D4C-259D-3C8C605F79BB}"/>
              </a:ext>
            </a:extLst>
          </p:cNvPr>
          <p:cNvSpPr/>
          <p:nvPr/>
        </p:nvSpPr>
        <p:spPr>
          <a:xfrm>
            <a:off x="10347879" y="6238500"/>
            <a:ext cx="2835645" cy="1615426"/>
          </a:xfrm>
          <a:prstGeom prst="roundRect">
            <a:avLst/>
          </a:prstGeom>
          <a:noFill/>
          <a:ln w="9525">
            <a:solidFill>
              <a:srgbClr val="375D7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31F14D35-AA0A-5136-A02F-3BF5865ED41E}"/>
              </a:ext>
            </a:extLst>
          </p:cNvPr>
          <p:cNvSpPr/>
          <p:nvPr/>
        </p:nvSpPr>
        <p:spPr>
          <a:xfrm>
            <a:off x="10502107" y="6570234"/>
            <a:ext cx="2541181" cy="1152251"/>
          </a:xfrm>
          <a:prstGeom prst="rect">
            <a:avLst/>
          </a:prstGeom>
          <a:solidFill>
            <a:srgbClr val="6CBEFF"/>
          </a:solidFill>
          <a:ln>
            <a:solidFill>
              <a:srgbClr val="375D7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53C6A"/>
                </a:solidFill>
                <a:latin typeface=""/>
              </a:rPr>
              <a:t>Feature masking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53C6A"/>
                </a:solidFill>
                <a:latin typeface=""/>
              </a:rPr>
              <a:t>Sparse-profile removal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53C6A"/>
                </a:solidFill>
                <a:latin typeface=""/>
              </a:rPr>
              <a:t>Noise injection</a:t>
            </a: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6AEECF10-6AEF-8296-9682-3768D65AC43D}"/>
              </a:ext>
            </a:extLst>
          </p:cNvPr>
          <p:cNvSpPr txBox="1"/>
          <p:nvPr/>
        </p:nvSpPr>
        <p:spPr>
          <a:xfrm>
            <a:off x="10329041" y="6312923"/>
            <a:ext cx="29113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153C6A"/>
                </a:solidFill>
                <a:latin typeface=""/>
              </a:rPr>
              <a:t>Robustness under degraded features</a:t>
            </a:r>
          </a:p>
        </p:txBody>
      </p:sp>
      <p:sp>
        <p:nvSpPr>
          <p:cNvPr id="210" name="Rounded Rectangle 209">
            <a:extLst>
              <a:ext uri="{FF2B5EF4-FFF2-40B4-BE49-F238E27FC236}">
                <a16:creationId xmlns:a16="http://schemas.microsoft.com/office/drawing/2014/main" id="{05CB1D56-FF60-5B78-4975-14AAC1AEBDF4}"/>
              </a:ext>
            </a:extLst>
          </p:cNvPr>
          <p:cNvSpPr/>
          <p:nvPr/>
        </p:nvSpPr>
        <p:spPr>
          <a:xfrm>
            <a:off x="13303173" y="6238500"/>
            <a:ext cx="2835645" cy="1615426"/>
          </a:xfrm>
          <a:prstGeom prst="roundRect">
            <a:avLst/>
          </a:prstGeom>
          <a:noFill/>
          <a:ln w="9525">
            <a:solidFill>
              <a:srgbClr val="375D7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CDCF7226-5BE1-0A6B-B38A-B970A9956599}"/>
              </a:ext>
            </a:extLst>
          </p:cNvPr>
          <p:cNvSpPr/>
          <p:nvPr/>
        </p:nvSpPr>
        <p:spPr>
          <a:xfrm>
            <a:off x="13448692" y="6570234"/>
            <a:ext cx="2541181" cy="1152251"/>
          </a:xfrm>
          <a:prstGeom prst="rect">
            <a:avLst/>
          </a:prstGeom>
          <a:solidFill>
            <a:srgbClr val="6CBEFF"/>
          </a:solidFill>
          <a:ln>
            <a:solidFill>
              <a:srgbClr val="375D7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53C6A"/>
                </a:solidFill>
                <a:latin typeface=""/>
              </a:rPr>
              <a:t>Runtime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53C6A"/>
                </a:solidFill>
                <a:latin typeface=""/>
              </a:rPr>
              <a:t>Efficiency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53C6A"/>
                </a:solidFill>
                <a:latin typeface=""/>
              </a:rPr>
              <a:t>Scalability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53C6A"/>
                </a:solidFill>
                <a:latin typeface=""/>
              </a:rPr>
              <a:t>Training-fraction analysis</a:t>
            </a: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8D606381-FD45-2BF3-90A7-8E33559AF33E}"/>
              </a:ext>
            </a:extLst>
          </p:cNvPr>
          <p:cNvSpPr txBox="1"/>
          <p:nvPr/>
        </p:nvSpPr>
        <p:spPr>
          <a:xfrm>
            <a:off x="13597748" y="6312923"/>
            <a:ext cx="20152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153C6A"/>
                </a:solidFill>
                <a:latin typeface=""/>
              </a:rPr>
              <a:t>Computational trade-offs</a:t>
            </a:r>
          </a:p>
        </p:txBody>
      </p:sp>
      <p:sp>
        <p:nvSpPr>
          <p:cNvPr id="213" name="Rounded Rectangle 212">
            <a:extLst>
              <a:ext uri="{FF2B5EF4-FFF2-40B4-BE49-F238E27FC236}">
                <a16:creationId xmlns:a16="http://schemas.microsoft.com/office/drawing/2014/main" id="{0A375682-AEB0-BC55-CA1C-0515C1394951}"/>
              </a:ext>
            </a:extLst>
          </p:cNvPr>
          <p:cNvSpPr/>
          <p:nvPr/>
        </p:nvSpPr>
        <p:spPr>
          <a:xfrm>
            <a:off x="10388497" y="8050620"/>
            <a:ext cx="2835645" cy="1615426"/>
          </a:xfrm>
          <a:prstGeom prst="roundRect">
            <a:avLst/>
          </a:prstGeom>
          <a:noFill/>
          <a:ln w="9525">
            <a:solidFill>
              <a:srgbClr val="375D7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549C52DB-18D5-7045-525D-2EC1D0583FA5}"/>
              </a:ext>
            </a:extLst>
          </p:cNvPr>
          <p:cNvSpPr/>
          <p:nvPr/>
        </p:nvSpPr>
        <p:spPr>
          <a:xfrm>
            <a:off x="10503153" y="8382350"/>
            <a:ext cx="2541181" cy="1152251"/>
          </a:xfrm>
          <a:prstGeom prst="rect">
            <a:avLst/>
          </a:prstGeom>
          <a:solidFill>
            <a:srgbClr val="6CBEFF"/>
          </a:solidFill>
          <a:ln>
            <a:solidFill>
              <a:srgbClr val="375D7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53C6A"/>
                </a:solidFill>
                <a:latin typeface=""/>
              </a:rPr>
              <a:t>Feature importance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53C6A"/>
                </a:solidFill>
                <a:latin typeface=""/>
              </a:rPr>
              <a:t>Case-based explanation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53C6A"/>
                </a:solidFill>
                <a:latin typeface=""/>
              </a:rPr>
              <a:t>Error review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53C6A"/>
                </a:solidFill>
                <a:latin typeface=""/>
              </a:rPr>
              <a:t>Operational suitability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B754373A-D281-57CC-87EE-F1E778AF5639}"/>
              </a:ext>
            </a:extLst>
          </p:cNvPr>
          <p:cNvSpPr txBox="1"/>
          <p:nvPr/>
        </p:nvSpPr>
        <p:spPr>
          <a:xfrm>
            <a:off x="10503153" y="8125039"/>
            <a:ext cx="25411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rgbClr val="153C6A"/>
                </a:solidFill>
                <a:latin typeface=""/>
              </a:rPr>
              <a:t>Interpretability and actionability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70744477-81EA-C608-8E44-E0FC69534FED}"/>
              </a:ext>
            </a:extLst>
          </p:cNvPr>
          <p:cNvSpPr txBox="1"/>
          <p:nvPr/>
        </p:nvSpPr>
        <p:spPr>
          <a:xfrm>
            <a:off x="7308371" y="9753877"/>
            <a:ext cx="8896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Evaluation metrics and protocol</a:t>
            </a:r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CF50DF1E-1264-2F2E-CE32-62A7BBB3A0B4}"/>
              </a:ext>
            </a:extLst>
          </p:cNvPr>
          <p:cNvSpPr/>
          <p:nvPr/>
        </p:nvSpPr>
        <p:spPr>
          <a:xfrm>
            <a:off x="16706567" y="3181371"/>
            <a:ext cx="2619371" cy="531628"/>
          </a:xfrm>
          <a:prstGeom prst="rect">
            <a:avLst/>
          </a:prstGeom>
          <a:solidFill>
            <a:srgbClr val="68879D"/>
          </a:solidFill>
          <a:ln>
            <a:solidFill>
              <a:srgbClr val="104F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"/>
              </a:rPr>
              <a:t>Outputs and deployment insights</a:t>
            </a:r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5D9F2DD7-B6F2-F3E6-28B2-84A02C0416E3}"/>
              </a:ext>
            </a:extLst>
          </p:cNvPr>
          <p:cNvSpPr/>
          <p:nvPr/>
        </p:nvSpPr>
        <p:spPr>
          <a:xfrm>
            <a:off x="16706559" y="3713009"/>
            <a:ext cx="2619370" cy="300438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104F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53C6A"/>
                </a:solidFill>
                <a:latin typeface=""/>
              </a:rPr>
              <a:t>Benchmark tables and figures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53C6A"/>
                </a:solidFill>
                <a:latin typeface=""/>
              </a:rPr>
              <a:t>Robustness and calibration plots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53C6A"/>
                </a:solidFill>
                <a:latin typeface=""/>
              </a:rPr>
              <a:t>Scalability and efficiency analysis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53C6A"/>
                </a:solidFill>
                <a:latin typeface=""/>
              </a:rPr>
              <a:t>Interpretable decision artifacts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53C6A"/>
                </a:solidFill>
                <a:latin typeface=""/>
              </a:rPr>
              <a:t>Reproducible notebooks / saved outputs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53C6A"/>
                </a:solidFill>
                <a:latin typeface=""/>
              </a:rPr>
              <a:t>Guidance for trust-and-safety deployment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B69152ED-0C44-1C16-0F96-F2F9BD901E4E}"/>
              </a:ext>
            </a:extLst>
          </p:cNvPr>
          <p:cNvSpPr txBox="1"/>
          <p:nvPr/>
        </p:nvSpPr>
        <p:spPr>
          <a:xfrm>
            <a:off x="16691561" y="6810795"/>
            <a:ext cx="26920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Credible, robust, and operational bot detection</a:t>
            </a:r>
          </a:p>
        </p:txBody>
      </p:sp>
      <p:sp>
        <p:nvSpPr>
          <p:cNvPr id="220" name="Oval 219">
            <a:extLst>
              <a:ext uri="{FF2B5EF4-FFF2-40B4-BE49-F238E27FC236}">
                <a16:creationId xmlns:a16="http://schemas.microsoft.com/office/drawing/2014/main" id="{FEEAE04A-2191-3B31-6394-A8EAFC7BF56B}"/>
              </a:ext>
            </a:extLst>
          </p:cNvPr>
          <p:cNvSpPr/>
          <p:nvPr/>
        </p:nvSpPr>
        <p:spPr>
          <a:xfrm>
            <a:off x="16353129" y="2808283"/>
            <a:ext cx="593193" cy="59319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24" name="Oval 223">
            <a:extLst>
              <a:ext uri="{FF2B5EF4-FFF2-40B4-BE49-F238E27FC236}">
                <a16:creationId xmlns:a16="http://schemas.microsoft.com/office/drawing/2014/main" id="{5435525D-4B30-7076-1D02-49C899C9271F}"/>
              </a:ext>
            </a:extLst>
          </p:cNvPr>
          <p:cNvSpPr/>
          <p:nvPr/>
        </p:nvSpPr>
        <p:spPr>
          <a:xfrm>
            <a:off x="6892390" y="36025"/>
            <a:ext cx="593193" cy="59319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25" name="Oval 224">
            <a:extLst>
              <a:ext uri="{FF2B5EF4-FFF2-40B4-BE49-F238E27FC236}">
                <a16:creationId xmlns:a16="http://schemas.microsoft.com/office/drawing/2014/main" id="{38015010-2CD7-254E-5488-74A14113CD79}"/>
              </a:ext>
            </a:extLst>
          </p:cNvPr>
          <p:cNvSpPr/>
          <p:nvPr/>
        </p:nvSpPr>
        <p:spPr>
          <a:xfrm>
            <a:off x="6892390" y="3332530"/>
            <a:ext cx="593193" cy="59319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FA9B9C2F-DDD5-3B61-A04A-354726C6EBA1}"/>
              </a:ext>
            </a:extLst>
          </p:cNvPr>
          <p:cNvSpPr/>
          <p:nvPr/>
        </p:nvSpPr>
        <p:spPr>
          <a:xfrm>
            <a:off x="465134" y="388521"/>
            <a:ext cx="3195802" cy="531628"/>
          </a:xfrm>
          <a:prstGeom prst="rect">
            <a:avLst/>
          </a:prstGeom>
          <a:ln>
            <a:solidFill>
              <a:srgbClr val="104F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"/>
              </a:rPr>
              <a:t>Dataset acquisition and audit</a:t>
            </a:r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73D69F1E-C6F0-EC95-B971-DA3FFE964AE0}"/>
              </a:ext>
            </a:extLst>
          </p:cNvPr>
          <p:cNvSpPr/>
          <p:nvPr/>
        </p:nvSpPr>
        <p:spPr>
          <a:xfrm>
            <a:off x="465131" y="920159"/>
            <a:ext cx="3195809" cy="1989601"/>
          </a:xfrm>
          <a:prstGeom prst="rect">
            <a:avLst/>
          </a:prstGeom>
          <a:solidFill>
            <a:srgbClr val="F2F5F6"/>
          </a:solidFill>
          <a:ln>
            <a:solidFill>
              <a:srgbClr val="104F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53C6A"/>
                </a:solidFill>
                <a:latin typeface=""/>
              </a:rPr>
              <a:t>Cresci-2017 benchmark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53C6A"/>
                </a:solidFill>
                <a:latin typeface=""/>
              </a:rPr>
              <a:t>Genuine users, fake followers, social spambots, traditional spambots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53C6A"/>
                </a:solidFill>
                <a:latin typeface=""/>
              </a:rPr>
              <a:t>Label harmonization: Real = 0, Fake = 1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53C6A"/>
                </a:solidFill>
                <a:latin typeface=""/>
              </a:rPr>
              <a:t>Duplicate identity checks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53C6A"/>
                </a:solidFill>
                <a:latin typeface=""/>
              </a:rPr>
              <a:t>Class distribution audit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53C6A"/>
                </a:solidFill>
                <a:latin typeface=""/>
              </a:rPr>
              <a:t>Missingness audit</a:t>
            </a: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9BD2994A-94DA-396D-031D-9D3F506DEFFB}"/>
              </a:ext>
            </a:extLst>
          </p:cNvPr>
          <p:cNvSpPr txBox="1"/>
          <p:nvPr/>
        </p:nvSpPr>
        <p:spPr>
          <a:xfrm>
            <a:off x="94015" y="2924552"/>
            <a:ext cx="3844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Unified binary-labeled benchmark</a:t>
            </a:r>
          </a:p>
        </p:txBody>
      </p:sp>
      <p:sp>
        <p:nvSpPr>
          <p:cNvPr id="229" name="Oval 228">
            <a:extLst>
              <a:ext uri="{FF2B5EF4-FFF2-40B4-BE49-F238E27FC236}">
                <a16:creationId xmlns:a16="http://schemas.microsoft.com/office/drawing/2014/main" id="{856583FC-ECBC-F8C0-0693-6CCDA35934B3}"/>
              </a:ext>
            </a:extLst>
          </p:cNvPr>
          <p:cNvSpPr/>
          <p:nvPr/>
        </p:nvSpPr>
        <p:spPr>
          <a:xfrm>
            <a:off x="47256" y="15433"/>
            <a:ext cx="593193" cy="59319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971655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314</TotalTime>
  <Words>299</Words>
  <Application>Microsoft Macintosh PowerPoint</Application>
  <PresentationFormat>Custom</PresentationFormat>
  <Paragraphs>96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Raja Hashim Ali</dc:creator>
  <cp:lastModifiedBy>Raja Hashim Ali</cp:lastModifiedBy>
  <cp:revision>1</cp:revision>
  <dcterms:created xsi:type="dcterms:W3CDTF">2026-04-14T04:17:26Z</dcterms:created>
  <dcterms:modified xsi:type="dcterms:W3CDTF">2026-04-14T09:32:05Z</dcterms:modified>
</cp:coreProperties>
</file>